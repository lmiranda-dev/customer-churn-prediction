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D016A-F1D8-4066-811C-8D7FBE09E39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4B6E1B-D673-4350-8469-1BAE5095582E}">
      <dgm:prSet/>
      <dgm:spPr/>
      <dgm:t>
        <a:bodyPr/>
        <a:lstStyle/>
        <a:p>
          <a:r>
            <a:rPr lang="en-US" b="1"/>
            <a:t>Process Steps:</a:t>
          </a:r>
          <a:endParaRPr lang="en-US"/>
        </a:p>
      </dgm:t>
    </dgm:pt>
    <dgm:pt modelId="{F6734A9E-307A-4741-8AF5-54E8F1CE08D1}" type="parTrans" cxnId="{D7AD156F-99F0-46BB-B67D-882F102C9307}">
      <dgm:prSet/>
      <dgm:spPr/>
      <dgm:t>
        <a:bodyPr/>
        <a:lstStyle/>
        <a:p>
          <a:endParaRPr lang="en-US"/>
        </a:p>
      </dgm:t>
    </dgm:pt>
    <dgm:pt modelId="{F04856F1-F24C-4483-92FE-F5835AAC8D62}" type="sibTrans" cxnId="{D7AD156F-99F0-46BB-B67D-882F102C9307}">
      <dgm:prSet/>
      <dgm:spPr/>
      <dgm:t>
        <a:bodyPr/>
        <a:lstStyle/>
        <a:p>
          <a:endParaRPr lang="en-US"/>
        </a:p>
      </dgm:t>
    </dgm:pt>
    <dgm:pt modelId="{F581F143-1EE6-4834-9E79-3B6110990E25}">
      <dgm:prSet/>
      <dgm:spPr/>
      <dgm:t>
        <a:bodyPr/>
        <a:lstStyle/>
        <a:p>
          <a:r>
            <a:rPr lang="en-US" b="1"/>
            <a:t>Data Cleaning:</a:t>
          </a:r>
          <a:r>
            <a:rPr lang="en-US"/>
            <a:t> Missing value imputation, data type conversion, categorical encoding</a:t>
          </a:r>
        </a:p>
      </dgm:t>
    </dgm:pt>
    <dgm:pt modelId="{24793D3A-43AD-4276-9FA3-52B32AC35432}" type="parTrans" cxnId="{2253AA9C-E556-4B55-B13B-7241C8031D70}">
      <dgm:prSet/>
      <dgm:spPr/>
      <dgm:t>
        <a:bodyPr/>
        <a:lstStyle/>
        <a:p>
          <a:endParaRPr lang="en-US"/>
        </a:p>
      </dgm:t>
    </dgm:pt>
    <dgm:pt modelId="{91ABC109-0DE3-4CB1-82A7-4BFBEA84E847}" type="sibTrans" cxnId="{2253AA9C-E556-4B55-B13B-7241C8031D70}">
      <dgm:prSet/>
      <dgm:spPr/>
      <dgm:t>
        <a:bodyPr/>
        <a:lstStyle/>
        <a:p>
          <a:endParaRPr lang="en-US"/>
        </a:p>
      </dgm:t>
    </dgm:pt>
    <dgm:pt modelId="{741F5184-EB76-4953-96CD-3E39E83BE3A6}">
      <dgm:prSet/>
      <dgm:spPr/>
      <dgm:t>
        <a:bodyPr/>
        <a:lstStyle/>
        <a:p>
          <a:r>
            <a:rPr lang="en-US" b="1"/>
            <a:t>Feature Creation:</a:t>
          </a:r>
          <a:r>
            <a:rPr lang="en-US"/>
            <a:t> </a:t>
          </a:r>
        </a:p>
      </dgm:t>
    </dgm:pt>
    <dgm:pt modelId="{BDBEF75E-2041-4BB6-9B60-DDD7DBEF6BD7}" type="parTrans" cxnId="{7BAB216D-B3C3-4BA8-8912-DCD76EE91716}">
      <dgm:prSet/>
      <dgm:spPr/>
      <dgm:t>
        <a:bodyPr/>
        <a:lstStyle/>
        <a:p>
          <a:endParaRPr lang="en-US"/>
        </a:p>
      </dgm:t>
    </dgm:pt>
    <dgm:pt modelId="{DD454732-0272-4A46-B5D4-F1641848FAEF}" type="sibTrans" cxnId="{7BAB216D-B3C3-4BA8-8912-DCD76EE91716}">
      <dgm:prSet/>
      <dgm:spPr/>
      <dgm:t>
        <a:bodyPr/>
        <a:lstStyle/>
        <a:p>
          <a:endParaRPr lang="en-US"/>
        </a:p>
      </dgm:t>
    </dgm:pt>
    <dgm:pt modelId="{2D36524E-1EBC-4098-8505-55B7A5FF19D2}">
      <dgm:prSet/>
      <dgm:spPr/>
      <dgm:t>
        <a:bodyPr/>
        <a:lstStyle/>
        <a:p>
          <a:r>
            <a:rPr lang="en-US"/>
            <a:t>Tenure groups (0-12, 12-24, 24-48, 48+ months)</a:t>
          </a:r>
        </a:p>
      </dgm:t>
    </dgm:pt>
    <dgm:pt modelId="{01A1DD28-26F7-4EFC-9778-CDE316DDC7B5}" type="parTrans" cxnId="{92955CB2-5D7D-47EF-8A9E-12EE09AADC72}">
      <dgm:prSet/>
      <dgm:spPr/>
      <dgm:t>
        <a:bodyPr/>
        <a:lstStyle/>
        <a:p>
          <a:endParaRPr lang="en-US"/>
        </a:p>
      </dgm:t>
    </dgm:pt>
    <dgm:pt modelId="{47313F89-CABC-416E-9A48-FBAF89703DE9}" type="sibTrans" cxnId="{92955CB2-5D7D-47EF-8A9E-12EE09AADC72}">
      <dgm:prSet/>
      <dgm:spPr/>
      <dgm:t>
        <a:bodyPr/>
        <a:lstStyle/>
        <a:p>
          <a:endParaRPr lang="en-US"/>
        </a:p>
      </dgm:t>
    </dgm:pt>
    <dgm:pt modelId="{55DC5697-CACE-46AB-BD06-90CD827A8191}">
      <dgm:prSet/>
      <dgm:spPr/>
      <dgm:t>
        <a:bodyPr/>
        <a:lstStyle/>
        <a:p>
          <a:r>
            <a:rPr lang="en-US"/>
            <a:t>Total services count</a:t>
          </a:r>
        </a:p>
      </dgm:t>
    </dgm:pt>
    <dgm:pt modelId="{581B03B2-0D04-4333-B075-14D7AB6340E3}" type="parTrans" cxnId="{6E51EC2B-40C0-4B3C-B4E5-365A74E0E00E}">
      <dgm:prSet/>
      <dgm:spPr/>
      <dgm:t>
        <a:bodyPr/>
        <a:lstStyle/>
        <a:p>
          <a:endParaRPr lang="en-US"/>
        </a:p>
      </dgm:t>
    </dgm:pt>
    <dgm:pt modelId="{E4F0031A-6E07-40FC-AA84-2CD5D713233D}" type="sibTrans" cxnId="{6E51EC2B-40C0-4B3C-B4E5-365A74E0E00E}">
      <dgm:prSet/>
      <dgm:spPr/>
      <dgm:t>
        <a:bodyPr/>
        <a:lstStyle/>
        <a:p>
          <a:endParaRPr lang="en-US"/>
        </a:p>
      </dgm:t>
    </dgm:pt>
    <dgm:pt modelId="{384B07A0-B4DD-4CEC-A808-BBAAE7DBB53C}">
      <dgm:prSet/>
      <dgm:spPr/>
      <dgm:t>
        <a:bodyPr/>
        <a:lstStyle/>
        <a:p>
          <a:r>
            <a:rPr lang="en-US"/>
            <a:t>Charges per service ratio (Monthly charges ÷ Number of services)</a:t>
          </a:r>
        </a:p>
      </dgm:t>
    </dgm:pt>
    <dgm:pt modelId="{304836CF-77F3-4C42-A6DB-1E3F5C732219}" type="parTrans" cxnId="{7B2CD636-D841-42B0-98AC-32CC3C76CA25}">
      <dgm:prSet/>
      <dgm:spPr/>
      <dgm:t>
        <a:bodyPr/>
        <a:lstStyle/>
        <a:p>
          <a:endParaRPr lang="en-US"/>
        </a:p>
      </dgm:t>
    </dgm:pt>
    <dgm:pt modelId="{F5894D9E-BA67-446A-B026-5A2D654883FF}" type="sibTrans" cxnId="{7B2CD636-D841-42B0-98AC-32CC3C76CA25}">
      <dgm:prSet/>
      <dgm:spPr/>
      <dgm:t>
        <a:bodyPr/>
        <a:lstStyle/>
        <a:p>
          <a:endParaRPr lang="en-US"/>
        </a:p>
      </dgm:t>
    </dgm:pt>
    <dgm:pt modelId="{3E37106C-2AD6-4026-92E1-3AEB62EDF9F5}">
      <dgm:prSet/>
      <dgm:spPr/>
      <dgm:t>
        <a:bodyPr/>
        <a:lstStyle/>
        <a:p>
          <a:r>
            <a:rPr lang="en-US" b="1"/>
            <a:t>Scaling:</a:t>
          </a:r>
          <a:r>
            <a:rPr lang="en-US"/>
            <a:t> StandardScaler for numerical features, string indexing for categorical</a:t>
          </a:r>
        </a:p>
      </dgm:t>
    </dgm:pt>
    <dgm:pt modelId="{80554410-F3BD-4B14-A66E-10404ACE4CAC}" type="parTrans" cxnId="{ABE5BAEE-CEFB-4A37-A7DF-046E030FAA95}">
      <dgm:prSet/>
      <dgm:spPr/>
      <dgm:t>
        <a:bodyPr/>
        <a:lstStyle/>
        <a:p>
          <a:endParaRPr lang="en-US"/>
        </a:p>
      </dgm:t>
    </dgm:pt>
    <dgm:pt modelId="{386F52BC-DE05-4AFD-84DC-34A8D9E1B77F}" type="sibTrans" cxnId="{ABE5BAEE-CEFB-4A37-A7DF-046E030FAA95}">
      <dgm:prSet/>
      <dgm:spPr/>
      <dgm:t>
        <a:bodyPr/>
        <a:lstStyle/>
        <a:p>
          <a:endParaRPr lang="en-US"/>
        </a:p>
      </dgm:t>
    </dgm:pt>
    <dgm:pt modelId="{C0F1D23D-5167-4215-8DE2-322ACFBDB01A}">
      <dgm:prSet/>
      <dgm:spPr/>
      <dgm:t>
        <a:bodyPr/>
        <a:lstStyle/>
        <a:p>
          <a:r>
            <a:rPr lang="en-US" b="1"/>
            <a:t>Pipeline:</a:t>
          </a:r>
          <a:r>
            <a:rPr lang="en-US"/>
            <a:t> PySpark ML Pipeline for reproducible preprocessing</a:t>
          </a:r>
        </a:p>
      </dgm:t>
    </dgm:pt>
    <dgm:pt modelId="{7D66680A-E64A-4637-AB50-8C6591BEB028}" type="parTrans" cxnId="{333ECEFF-637A-49FC-B105-306ED7F0B57D}">
      <dgm:prSet/>
      <dgm:spPr/>
      <dgm:t>
        <a:bodyPr/>
        <a:lstStyle/>
        <a:p>
          <a:endParaRPr lang="en-US"/>
        </a:p>
      </dgm:t>
    </dgm:pt>
    <dgm:pt modelId="{B2DAE88D-8C14-4FF9-A1F6-1EF1FC260D4E}" type="sibTrans" cxnId="{333ECEFF-637A-49FC-B105-306ED7F0B57D}">
      <dgm:prSet/>
      <dgm:spPr/>
      <dgm:t>
        <a:bodyPr/>
        <a:lstStyle/>
        <a:p>
          <a:endParaRPr lang="en-US"/>
        </a:p>
      </dgm:t>
    </dgm:pt>
    <dgm:pt modelId="{FCB50FED-0CAF-4DD4-AE07-F398D0DE2FFD}">
      <dgm:prSet/>
      <dgm:spPr/>
      <dgm:t>
        <a:bodyPr/>
        <a:lstStyle/>
        <a:p>
          <a:r>
            <a:rPr lang="en-US" b="1"/>
            <a:t>Final Feature Set:</a:t>
          </a:r>
          <a:r>
            <a:rPr lang="en-US"/>
            <a:t> 28 variables (17 categorical indexed + 5 numerical features)</a:t>
          </a:r>
        </a:p>
      </dgm:t>
    </dgm:pt>
    <dgm:pt modelId="{A4722568-35BD-4239-8FDA-1A5AAC77693A}" type="parTrans" cxnId="{6F53E5AC-D1DA-49B6-A185-E1E2C5B0EB5D}">
      <dgm:prSet/>
      <dgm:spPr/>
      <dgm:t>
        <a:bodyPr/>
        <a:lstStyle/>
        <a:p>
          <a:endParaRPr lang="en-US"/>
        </a:p>
      </dgm:t>
    </dgm:pt>
    <dgm:pt modelId="{8A816F0F-1BA8-4BAF-95F5-3BD8E1140074}" type="sibTrans" cxnId="{6F53E5AC-D1DA-49B6-A185-E1E2C5B0EB5D}">
      <dgm:prSet/>
      <dgm:spPr/>
      <dgm:t>
        <a:bodyPr/>
        <a:lstStyle/>
        <a:p>
          <a:endParaRPr lang="en-US"/>
        </a:p>
      </dgm:t>
    </dgm:pt>
    <dgm:pt modelId="{696E2B75-3EC9-42F4-B173-D9BF5729A5DB}" type="pres">
      <dgm:prSet presAssocID="{BF6D016A-F1D8-4066-811C-8D7FBE09E390}" presName="diagram" presStyleCnt="0">
        <dgm:presLayoutVars>
          <dgm:dir/>
          <dgm:resizeHandles val="exact"/>
        </dgm:presLayoutVars>
      </dgm:prSet>
      <dgm:spPr/>
    </dgm:pt>
    <dgm:pt modelId="{E6025C7B-E04C-480E-9418-79317B2A11C3}" type="pres">
      <dgm:prSet presAssocID="{B04B6E1B-D673-4350-8469-1BAE5095582E}" presName="node" presStyleLbl="node1" presStyleIdx="0" presStyleCnt="6">
        <dgm:presLayoutVars>
          <dgm:bulletEnabled val="1"/>
        </dgm:presLayoutVars>
      </dgm:prSet>
      <dgm:spPr/>
    </dgm:pt>
    <dgm:pt modelId="{9AB71F9A-5A2F-49FF-A996-6202734FB3BB}" type="pres">
      <dgm:prSet presAssocID="{F04856F1-F24C-4483-92FE-F5835AAC8D62}" presName="sibTrans" presStyleCnt="0"/>
      <dgm:spPr/>
    </dgm:pt>
    <dgm:pt modelId="{D8600F5E-45F7-4EF8-B374-6D83E2EAEABB}" type="pres">
      <dgm:prSet presAssocID="{F581F143-1EE6-4834-9E79-3B6110990E25}" presName="node" presStyleLbl="node1" presStyleIdx="1" presStyleCnt="6">
        <dgm:presLayoutVars>
          <dgm:bulletEnabled val="1"/>
        </dgm:presLayoutVars>
      </dgm:prSet>
      <dgm:spPr/>
    </dgm:pt>
    <dgm:pt modelId="{11A50B2B-4060-4EC2-921C-ADEC5FC134A5}" type="pres">
      <dgm:prSet presAssocID="{91ABC109-0DE3-4CB1-82A7-4BFBEA84E847}" presName="sibTrans" presStyleCnt="0"/>
      <dgm:spPr/>
    </dgm:pt>
    <dgm:pt modelId="{6B6120B3-CC62-4000-A8B2-2E1EAD2CDD78}" type="pres">
      <dgm:prSet presAssocID="{741F5184-EB76-4953-96CD-3E39E83BE3A6}" presName="node" presStyleLbl="node1" presStyleIdx="2" presStyleCnt="6">
        <dgm:presLayoutVars>
          <dgm:bulletEnabled val="1"/>
        </dgm:presLayoutVars>
      </dgm:prSet>
      <dgm:spPr/>
    </dgm:pt>
    <dgm:pt modelId="{A9784CB4-7DC9-42BC-8A55-2FCF6E1A5AC1}" type="pres">
      <dgm:prSet presAssocID="{DD454732-0272-4A46-B5D4-F1641848FAEF}" presName="sibTrans" presStyleCnt="0"/>
      <dgm:spPr/>
    </dgm:pt>
    <dgm:pt modelId="{B34CC321-3F0B-4D67-A608-5CBF5CD4415C}" type="pres">
      <dgm:prSet presAssocID="{3E37106C-2AD6-4026-92E1-3AEB62EDF9F5}" presName="node" presStyleLbl="node1" presStyleIdx="3" presStyleCnt="6">
        <dgm:presLayoutVars>
          <dgm:bulletEnabled val="1"/>
        </dgm:presLayoutVars>
      </dgm:prSet>
      <dgm:spPr/>
    </dgm:pt>
    <dgm:pt modelId="{A3C8DAF9-FFC7-4826-A0AA-4428E0B5FEE7}" type="pres">
      <dgm:prSet presAssocID="{386F52BC-DE05-4AFD-84DC-34A8D9E1B77F}" presName="sibTrans" presStyleCnt="0"/>
      <dgm:spPr/>
    </dgm:pt>
    <dgm:pt modelId="{8F4D2951-B284-43E6-8BBC-2F9312BCC559}" type="pres">
      <dgm:prSet presAssocID="{C0F1D23D-5167-4215-8DE2-322ACFBDB01A}" presName="node" presStyleLbl="node1" presStyleIdx="4" presStyleCnt="6">
        <dgm:presLayoutVars>
          <dgm:bulletEnabled val="1"/>
        </dgm:presLayoutVars>
      </dgm:prSet>
      <dgm:spPr/>
    </dgm:pt>
    <dgm:pt modelId="{6AD6C15E-3EDE-4967-B62E-15AD79D760AF}" type="pres">
      <dgm:prSet presAssocID="{B2DAE88D-8C14-4FF9-A1F6-1EF1FC260D4E}" presName="sibTrans" presStyleCnt="0"/>
      <dgm:spPr/>
    </dgm:pt>
    <dgm:pt modelId="{9DC2DDF5-2395-4C22-9F9C-4367DF269594}" type="pres">
      <dgm:prSet presAssocID="{FCB50FED-0CAF-4DD4-AE07-F398D0DE2FFD}" presName="node" presStyleLbl="node1" presStyleIdx="5" presStyleCnt="6">
        <dgm:presLayoutVars>
          <dgm:bulletEnabled val="1"/>
        </dgm:presLayoutVars>
      </dgm:prSet>
      <dgm:spPr/>
    </dgm:pt>
  </dgm:ptLst>
  <dgm:cxnLst>
    <dgm:cxn modelId="{BEF69F24-05A7-4B57-9124-33F6681DD151}" type="presOf" srcId="{C0F1D23D-5167-4215-8DE2-322ACFBDB01A}" destId="{8F4D2951-B284-43E6-8BBC-2F9312BCC559}" srcOrd="0" destOrd="0" presId="urn:microsoft.com/office/officeart/2005/8/layout/default"/>
    <dgm:cxn modelId="{6E51EC2B-40C0-4B3C-B4E5-365A74E0E00E}" srcId="{741F5184-EB76-4953-96CD-3E39E83BE3A6}" destId="{55DC5697-CACE-46AB-BD06-90CD827A8191}" srcOrd="1" destOrd="0" parTransId="{581B03B2-0D04-4333-B075-14D7AB6340E3}" sibTransId="{E4F0031A-6E07-40FC-AA84-2CD5D713233D}"/>
    <dgm:cxn modelId="{7B2CD636-D841-42B0-98AC-32CC3C76CA25}" srcId="{741F5184-EB76-4953-96CD-3E39E83BE3A6}" destId="{384B07A0-B4DD-4CEC-A808-BBAAE7DBB53C}" srcOrd="2" destOrd="0" parTransId="{304836CF-77F3-4C42-A6DB-1E3F5C732219}" sibTransId="{F5894D9E-BA67-446A-B026-5A2D654883FF}"/>
    <dgm:cxn modelId="{B8E9206C-8A0E-4FBF-ACF6-5680E8391A9B}" type="presOf" srcId="{BF6D016A-F1D8-4066-811C-8D7FBE09E390}" destId="{696E2B75-3EC9-42F4-B173-D9BF5729A5DB}" srcOrd="0" destOrd="0" presId="urn:microsoft.com/office/officeart/2005/8/layout/default"/>
    <dgm:cxn modelId="{7BAB216D-B3C3-4BA8-8912-DCD76EE91716}" srcId="{BF6D016A-F1D8-4066-811C-8D7FBE09E390}" destId="{741F5184-EB76-4953-96CD-3E39E83BE3A6}" srcOrd="2" destOrd="0" parTransId="{BDBEF75E-2041-4BB6-9B60-DDD7DBEF6BD7}" sibTransId="{DD454732-0272-4A46-B5D4-F1641848FAEF}"/>
    <dgm:cxn modelId="{9B383B4D-1FBE-4734-B9B4-ABE5915A5AE9}" type="presOf" srcId="{FCB50FED-0CAF-4DD4-AE07-F398D0DE2FFD}" destId="{9DC2DDF5-2395-4C22-9F9C-4367DF269594}" srcOrd="0" destOrd="0" presId="urn:microsoft.com/office/officeart/2005/8/layout/default"/>
    <dgm:cxn modelId="{D7AD156F-99F0-46BB-B67D-882F102C9307}" srcId="{BF6D016A-F1D8-4066-811C-8D7FBE09E390}" destId="{B04B6E1B-D673-4350-8469-1BAE5095582E}" srcOrd="0" destOrd="0" parTransId="{F6734A9E-307A-4741-8AF5-54E8F1CE08D1}" sibTransId="{F04856F1-F24C-4483-92FE-F5835AAC8D62}"/>
    <dgm:cxn modelId="{12CAA275-F559-49F6-AD52-8FE78779C700}" type="presOf" srcId="{F581F143-1EE6-4834-9E79-3B6110990E25}" destId="{D8600F5E-45F7-4EF8-B374-6D83E2EAEABB}" srcOrd="0" destOrd="0" presId="urn:microsoft.com/office/officeart/2005/8/layout/default"/>
    <dgm:cxn modelId="{AF5C1593-D6D8-4EFE-86AB-FB0DA3BEAA60}" type="presOf" srcId="{2D36524E-1EBC-4098-8505-55B7A5FF19D2}" destId="{6B6120B3-CC62-4000-A8B2-2E1EAD2CDD78}" srcOrd="0" destOrd="1" presId="urn:microsoft.com/office/officeart/2005/8/layout/default"/>
    <dgm:cxn modelId="{2253AA9C-E556-4B55-B13B-7241C8031D70}" srcId="{BF6D016A-F1D8-4066-811C-8D7FBE09E390}" destId="{F581F143-1EE6-4834-9E79-3B6110990E25}" srcOrd="1" destOrd="0" parTransId="{24793D3A-43AD-4276-9FA3-52B32AC35432}" sibTransId="{91ABC109-0DE3-4CB1-82A7-4BFBEA84E847}"/>
    <dgm:cxn modelId="{6F53E5AC-D1DA-49B6-A185-E1E2C5B0EB5D}" srcId="{BF6D016A-F1D8-4066-811C-8D7FBE09E390}" destId="{FCB50FED-0CAF-4DD4-AE07-F398D0DE2FFD}" srcOrd="5" destOrd="0" parTransId="{A4722568-35BD-4239-8FDA-1A5AAC77693A}" sibTransId="{8A816F0F-1BA8-4BAF-95F5-3BD8E1140074}"/>
    <dgm:cxn modelId="{92955CB2-5D7D-47EF-8A9E-12EE09AADC72}" srcId="{741F5184-EB76-4953-96CD-3E39E83BE3A6}" destId="{2D36524E-1EBC-4098-8505-55B7A5FF19D2}" srcOrd="0" destOrd="0" parTransId="{01A1DD28-26F7-4EFC-9778-CDE316DDC7B5}" sibTransId="{47313F89-CABC-416E-9A48-FBAF89703DE9}"/>
    <dgm:cxn modelId="{92CAF4BF-F773-4C10-85D3-0314CB7A3D7F}" type="presOf" srcId="{384B07A0-B4DD-4CEC-A808-BBAAE7DBB53C}" destId="{6B6120B3-CC62-4000-A8B2-2E1EAD2CDD78}" srcOrd="0" destOrd="3" presId="urn:microsoft.com/office/officeart/2005/8/layout/default"/>
    <dgm:cxn modelId="{F3B3A2C5-0616-43FA-ACAB-8992F69D140F}" type="presOf" srcId="{55DC5697-CACE-46AB-BD06-90CD827A8191}" destId="{6B6120B3-CC62-4000-A8B2-2E1EAD2CDD78}" srcOrd="0" destOrd="2" presId="urn:microsoft.com/office/officeart/2005/8/layout/default"/>
    <dgm:cxn modelId="{B8E381D4-FDFD-4E6C-BE0E-5CF65D5CD539}" type="presOf" srcId="{B04B6E1B-D673-4350-8469-1BAE5095582E}" destId="{E6025C7B-E04C-480E-9418-79317B2A11C3}" srcOrd="0" destOrd="0" presId="urn:microsoft.com/office/officeart/2005/8/layout/default"/>
    <dgm:cxn modelId="{2A3321E5-4DBC-4852-970D-827A3680AE71}" type="presOf" srcId="{741F5184-EB76-4953-96CD-3E39E83BE3A6}" destId="{6B6120B3-CC62-4000-A8B2-2E1EAD2CDD78}" srcOrd="0" destOrd="0" presId="urn:microsoft.com/office/officeart/2005/8/layout/default"/>
    <dgm:cxn modelId="{F8BA25E7-84FA-4C41-A03A-EC9D6F71C31E}" type="presOf" srcId="{3E37106C-2AD6-4026-92E1-3AEB62EDF9F5}" destId="{B34CC321-3F0B-4D67-A608-5CBF5CD4415C}" srcOrd="0" destOrd="0" presId="urn:microsoft.com/office/officeart/2005/8/layout/default"/>
    <dgm:cxn modelId="{ABE5BAEE-CEFB-4A37-A7DF-046E030FAA95}" srcId="{BF6D016A-F1D8-4066-811C-8D7FBE09E390}" destId="{3E37106C-2AD6-4026-92E1-3AEB62EDF9F5}" srcOrd="3" destOrd="0" parTransId="{80554410-F3BD-4B14-A66E-10404ACE4CAC}" sibTransId="{386F52BC-DE05-4AFD-84DC-34A8D9E1B77F}"/>
    <dgm:cxn modelId="{333ECEFF-637A-49FC-B105-306ED7F0B57D}" srcId="{BF6D016A-F1D8-4066-811C-8D7FBE09E390}" destId="{C0F1D23D-5167-4215-8DE2-322ACFBDB01A}" srcOrd="4" destOrd="0" parTransId="{7D66680A-E64A-4637-AB50-8C6591BEB028}" sibTransId="{B2DAE88D-8C14-4FF9-A1F6-1EF1FC260D4E}"/>
    <dgm:cxn modelId="{BBF8495F-B60D-4D27-B027-0B65759C74BA}" type="presParOf" srcId="{696E2B75-3EC9-42F4-B173-D9BF5729A5DB}" destId="{E6025C7B-E04C-480E-9418-79317B2A11C3}" srcOrd="0" destOrd="0" presId="urn:microsoft.com/office/officeart/2005/8/layout/default"/>
    <dgm:cxn modelId="{103FA26F-A8F0-473C-AB06-9FDFA075A2AA}" type="presParOf" srcId="{696E2B75-3EC9-42F4-B173-D9BF5729A5DB}" destId="{9AB71F9A-5A2F-49FF-A996-6202734FB3BB}" srcOrd="1" destOrd="0" presId="urn:microsoft.com/office/officeart/2005/8/layout/default"/>
    <dgm:cxn modelId="{09717FDF-6F04-4D3D-821A-DDC521BDE393}" type="presParOf" srcId="{696E2B75-3EC9-42F4-B173-D9BF5729A5DB}" destId="{D8600F5E-45F7-4EF8-B374-6D83E2EAEABB}" srcOrd="2" destOrd="0" presId="urn:microsoft.com/office/officeart/2005/8/layout/default"/>
    <dgm:cxn modelId="{A6138DA4-13BB-4F67-8BA6-8C9468DB32DC}" type="presParOf" srcId="{696E2B75-3EC9-42F4-B173-D9BF5729A5DB}" destId="{11A50B2B-4060-4EC2-921C-ADEC5FC134A5}" srcOrd="3" destOrd="0" presId="urn:microsoft.com/office/officeart/2005/8/layout/default"/>
    <dgm:cxn modelId="{A7E43F16-3FD8-4745-9893-9D0D38E60DA0}" type="presParOf" srcId="{696E2B75-3EC9-42F4-B173-D9BF5729A5DB}" destId="{6B6120B3-CC62-4000-A8B2-2E1EAD2CDD78}" srcOrd="4" destOrd="0" presId="urn:microsoft.com/office/officeart/2005/8/layout/default"/>
    <dgm:cxn modelId="{AEF677EF-9322-4093-94B9-8D1B32ED5EFB}" type="presParOf" srcId="{696E2B75-3EC9-42F4-B173-D9BF5729A5DB}" destId="{A9784CB4-7DC9-42BC-8A55-2FCF6E1A5AC1}" srcOrd="5" destOrd="0" presId="urn:microsoft.com/office/officeart/2005/8/layout/default"/>
    <dgm:cxn modelId="{51016BEA-835F-4A05-8C2F-04DE1C8EFB61}" type="presParOf" srcId="{696E2B75-3EC9-42F4-B173-D9BF5729A5DB}" destId="{B34CC321-3F0B-4D67-A608-5CBF5CD4415C}" srcOrd="6" destOrd="0" presId="urn:microsoft.com/office/officeart/2005/8/layout/default"/>
    <dgm:cxn modelId="{ECE7CD82-8760-41E5-A88C-C5CC7BE7CA47}" type="presParOf" srcId="{696E2B75-3EC9-42F4-B173-D9BF5729A5DB}" destId="{A3C8DAF9-FFC7-4826-A0AA-4428E0B5FEE7}" srcOrd="7" destOrd="0" presId="urn:microsoft.com/office/officeart/2005/8/layout/default"/>
    <dgm:cxn modelId="{E225B6C2-B96C-4819-8797-55D93B147776}" type="presParOf" srcId="{696E2B75-3EC9-42F4-B173-D9BF5729A5DB}" destId="{8F4D2951-B284-43E6-8BBC-2F9312BCC559}" srcOrd="8" destOrd="0" presId="urn:microsoft.com/office/officeart/2005/8/layout/default"/>
    <dgm:cxn modelId="{CE41AB35-E95A-45FA-80EF-AE43772E33B1}" type="presParOf" srcId="{696E2B75-3EC9-42F4-B173-D9BF5729A5DB}" destId="{6AD6C15E-3EDE-4967-B62E-15AD79D760AF}" srcOrd="9" destOrd="0" presId="urn:microsoft.com/office/officeart/2005/8/layout/default"/>
    <dgm:cxn modelId="{5E2DF6EB-EE6F-4D24-9DDA-67B2CB2B331A}" type="presParOf" srcId="{696E2B75-3EC9-42F4-B173-D9BF5729A5DB}" destId="{9DC2DDF5-2395-4C22-9F9C-4367DF26959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7B0B53-15AD-46FF-8578-88A7C517F8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FCAE43-44B5-477B-83A8-EE5D4E4DB885}">
      <dgm:prSet/>
      <dgm:spPr/>
      <dgm:t>
        <a:bodyPr/>
        <a:lstStyle/>
        <a:p>
          <a:r>
            <a:rPr lang="en-US" b="1"/>
            <a:t>Logistic Regression (Winner):</a:t>
          </a:r>
          <a:endParaRPr lang="en-US"/>
        </a:p>
      </dgm:t>
    </dgm:pt>
    <dgm:pt modelId="{94C9CF2A-B241-4E1C-A50B-49FD6F6F2F8B}" type="parTrans" cxnId="{E17EA4C0-6AF3-42BE-8D68-BA3A2699AC73}">
      <dgm:prSet/>
      <dgm:spPr/>
      <dgm:t>
        <a:bodyPr/>
        <a:lstStyle/>
        <a:p>
          <a:endParaRPr lang="en-US"/>
        </a:p>
      </dgm:t>
    </dgm:pt>
    <dgm:pt modelId="{BBEDA425-85AC-4FC0-8F1C-06BC1E516CBF}" type="sibTrans" cxnId="{E17EA4C0-6AF3-42BE-8D68-BA3A2699AC73}">
      <dgm:prSet/>
      <dgm:spPr/>
      <dgm:t>
        <a:bodyPr/>
        <a:lstStyle/>
        <a:p>
          <a:endParaRPr lang="en-US"/>
        </a:p>
      </dgm:t>
    </dgm:pt>
    <dgm:pt modelId="{DC1DD657-F01C-4159-8A75-0CD6BD69AFAF}">
      <dgm:prSet/>
      <dgm:spPr/>
      <dgm:t>
        <a:bodyPr/>
        <a:lstStyle/>
        <a:p>
          <a:r>
            <a:rPr lang="en-US"/>
            <a:t>AUC-ROC: 83.8%</a:t>
          </a:r>
        </a:p>
      </dgm:t>
    </dgm:pt>
    <dgm:pt modelId="{F536BEAB-F7C9-42A0-8482-492BB7052D06}" type="parTrans" cxnId="{59DE337D-DF54-4D75-87F9-21E5A421D6AE}">
      <dgm:prSet/>
      <dgm:spPr/>
      <dgm:t>
        <a:bodyPr/>
        <a:lstStyle/>
        <a:p>
          <a:endParaRPr lang="en-US"/>
        </a:p>
      </dgm:t>
    </dgm:pt>
    <dgm:pt modelId="{3E4093E9-1133-4164-9677-B5B42ACBBCCC}" type="sibTrans" cxnId="{59DE337D-DF54-4D75-87F9-21E5A421D6AE}">
      <dgm:prSet/>
      <dgm:spPr/>
      <dgm:t>
        <a:bodyPr/>
        <a:lstStyle/>
        <a:p>
          <a:endParaRPr lang="en-US"/>
        </a:p>
      </dgm:t>
    </dgm:pt>
    <dgm:pt modelId="{3C6A3679-452C-481F-8965-1814CB3145DF}">
      <dgm:prSet/>
      <dgm:spPr/>
      <dgm:t>
        <a:bodyPr/>
        <a:lstStyle/>
        <a:p>
          <a:r>
            <a:rPr lang="en-US"/>
            <a:t>Accuracy: 79.9%</a:t>
          </a:r>
        </a:p>
      </dgm:t>
    </dgm:pt>
    <dgm:pt modelId="{C3FDAC9B-28CA-4BDB-B0E3-2A75ED9095C8}" type="parTrans" cxnId="{C623652B-65E0-481F-A19A-1A771555DA3B}">
      <dgm:prSet/>
      <dgm:spPr/>
      <dgm:t>
        <a:bodyPr/>
        <a:lstStyle/>
        <a:p>
          <a:endParaRPr lang="en-US"/>
        </a:p>
      </dgm:t>
    </dgm:pt>
    <dgm:pt modelId="{BD79ED29-349E-466A-BE0E-77BFC8E7EA3B}" type="sibTrans" cxnId="{C623652B-65E0-481F-A19A-1A771555DA3B}">
      <dgm:prSet/>
      <dgm:spPr/>
      <dgm:t>
        <a:bodyPr/>
        <a:lstStyle/>
        <a:p>
          <a:endParaRPr lang="en-US"/>
        </a:p>
      </dgm:t>
    </dgm:pt>
    <dgm:pt modelId="{0A9A33C4-A36B-441E-95C5-08455FE83361}">
      <dgm:prSet/>
      <dgm:spPr/>
      <dgm:t>
        <a:bodyPr/>
        <a:lstStyle/>
        <a:p>
          <a:r>
            <a:rPr lang="en-US"/>
            <a:t>Precision: 78.8%</a:t>
          </a:r>
        </a:p>
      </dgm:t>
    </dgm:pt>
    <dgm:pt modelId="{465322A9-7508-4A3A-86B4-8C7DA2FAE2A6}" type="parTrans" cxnId="{C1AF116F-7E52-42F4-A4C6-64F369CE13D4}">
      <dgm:prSet/>
      <dgm:spPr/>
      <dgm:t>
        <a:bodyPr/>
        <a:lstStyle/>
        <a:p>
          <a:endParaRPr lang="en-US"/>
        </a:p>
      </dgm:t>
    </dgm:pt>
    <dgm:pt modelId="{DE6A3984-3D2C-423B-84A7-6C9EEE5FBCF7}" type="sibTrans" cxnId="{C1AF116F-7E52-42F4-A4C6-64F369CE13D4}">
      <dgm:prSet/>
      <dgm:spPr/>
      <dgm:t>
        <a:bodyPr/>
        <a:lstStyle/>
        <a:p>
          <a:endParaRPr lang="en-US"/>
        </a:p>
      </dgm:t>
    </dgm:pt>
    <dgm:pt modelId="{94393A6D-C8ED-4231-BDA6-61298E2973BA}">
      <dgm:prSet/>
      <dgm:spPr/>
      <dgm:t>
        <a:bodyPr/>
        <a:lstStyle/>
        <a:p>
          <a:r>
            <a:rPr lang="en-US"/>
            <a:t>Recall: 79.9%</a:t>
          </a:r>
        </a:p>
      </dgm:t>
    </dgm:pt>
    <dgm:pt modelId="{2CBB7B2A-90AE-484F-9B7A-5891C064E748}" type="parTrans" cxnId="{BED117F9-CE11-4290-9721-E19342DDE7C1}">
      <dgm:prSet/>
      <dgm:spPr/>
      <dgm:t>
        <a:bodyPr/>
        <a:lstStyle/>
        <a:p>
          <a:endParaRPr lang="en-US"/>
        </a:p>
      </dgm:t>
    </dgm:pt>
    <dgm:pt modelId="{A6871DD9-5FAF-404D-AEEC-8AF8B37AB3EA}" type="sibTrans" cxnId="{BED117F9-CE11-4290-9721-E19342DDE7C1}">
      <dgm:prSet/>
      <dgm:spPr/>
      <dgm:t>
        <a:bodyPr/>
        <a:lstStyle/>
        <a:p>
          <a:endParaRPr lang="en-US"/>
        </a:p>
      </dgm:t>
    </dgm:pt>
    <dgm:pt modelId="{6FD663DC-8144-4A98-8551-A37C93272387}">
      <dgm:prSet/>
      <dgm:spPr/>
      <dgm:t>
        <a:bodyPr/>
        <a:lstStyle/>
        <a:p>
          <a:r>
            <a:rPr lang="en-US"/>
            <a:t>F1-Score: 78.7%</a:t>
          </a:r>
        </a:p>
      </dgm:t>
    </dgm:pt>
    <dgm:pt modelId="{97EE6904-867D-4B2D-8423-0E1E50FF6132}" type="parTrans" cxnId="{DC69BC8F-41A0-4B07-B6A8-04128CDE859B}">
      <dgm:prSet/>
      <dgm:spPr/>
      <dgm:t>
        <a:bodyPr/>
        <a:lstStyle/>
        <a:p>
          <a:endParaRPr lang="en-US"/>
        </a:p>
      </dgm:t>
    </dgm:pt>
    <dgm:pt modelId="{EB99A806-8C57-401F-9A65-0D34C464540C}" type="sibTrans" cxnId="{DC69BC8F-41A0-4B07-B6A8-04128CDE859B}">
      <dgm:prSet/>
      <dgm:spPr/>
      <dgm:t>
        <a:bodyPr/>
        <a:lstStyle/>
        <a:p>
          <a:endParaRPr lang="en-US"/>
        </a:p>
      </dgm:t>
    </dgm:pt>
    <dgm:pt modelId="{80A60D3D-1972-4A55-9D13-3B8942FA6E16}">
      <dgm:prSet/>
      <dgm:spPr/>
      <dgm:t>
        <a:bodyPr/>
        <a:lstStyle/>
        <a:p>
          <a:r>
            <a:rPr lang="en-US" b="1"/>
            <a:t>Random Forest:</a:t>
          </a:r>
          <a:endParaRPr lang="en-US"/>
        </a:p>
      </dgm:t>
    </dgm:pt>
    <dgm:pt modelId="{9667AECA-5D3E-47B0-8D53-1D5334848EA6}" type="parTrans" cxnId="{EDBEE430-1B8D-472E-A673-0DA777914F84}">
      <dgm:prSet/>
      <dgm:spPr/>
      <dgm:t>
        <a:bodyPr/>
        <a:lstStyle/>
        <a:p>
          <a:endParaRPr lang="en-US"/>
        </a:p>
      </dgm:t>
    </dgm:pt>
    <dgm:pt modelId="{87094EE1-236F-45B0-A8F2-275DEBA101D8}" type="sibTrans" cxnId="{EDBEE430-1B8D-472E-A673-0DA777914F84}">
      <dgm:prSet/>
      <dgm:spPr/>
      <dgm:t>
        <a:bodyPr/>
        <a:lstStyle/>
        <a:p>
          <a:endParaRPr lang="en-US"/>
        </a:p>
      </dgm:t>
    </dgm:pt>
    <dgm:pt modelId="{C7E3F863-0B71-4047-A5A7-02A3B3D8A7AA}">
      <dgm:prSet/>
      <dgm:spPr/>
      <dgm:t>
        <a:bodyPr/>
        <a:lstStyle/>
        <a:p>
          <a:r>
            <a:rPr lang="en-US"/>
            <a:t>AUC-ROC: 83.7%</a:t>
          </a:r>
        </a:p>
      </dgm:t>
    </dgm:pt>
    <dgm:pt modelId="{B9404074-D2AF-4A4F-9A54-452258984648}" type="parTrans" cxnId="{B4045E49-6908-4DE9-99A3-98771DD525AB}">
      <dgm:prSet/>
      <dgm:spPr/>
      <dgm:t>
        <a:bodyPr/>
        <a:lstStyle/>
        <a:p>
          <a:endParaRPr lang="en-US"/>
        </a:p>
      </dgm:t>
    </dgm:pt>
    <dgm:pt modelId="{BFA89C27-87B8-4ABD-B3BE-A2E10F17F017}" type="sibTrans" cxnId="{B4045E49-6908-4DE9-99A3-98771DD525AB}">
      <dgm:prSet/>
      <dgm:spPr/>
      <dgm:t>
        <a:bodyPr/>
        <a:lstStyle/>
        <a:p>
          <a:endParaRPr lang="en-US"/>
        </a:p>
      </dgm:t>
    </dgm:pt>
    <dgm:pt modelId="{CC1B514C-E44D-43AA-B020-20DF7318AFFE}">
      <dgm:prSet/>
      <dgm:spPr/>
      <dgm:t>
        <a:bodyPr/>
        <a:lstStyle/>
        <a:p>
          <a:r>
            <a:rPr lang="en-US"/>
            <a:t>Accuracy: 79.1%</a:t>
          </a:r>
        </a:p>
      </dgm:t>
    </dgm:pt>
    <dgm:pt modelId="{21D0F713-0C4A-486D-9E12-A0058129164A}" type="parTrans" cxnId="{A1884E36-F6C3-4ED6-964C-2013F7A03CFC}">
      <dgm:prSet/>
      <dgm:spPr/>
      <dgm:t>
        <a:bodyPr/>
        <a:lstStyle/>
        <a:p>
          <a:endParaRPr lang="en-US"/>
        </a:p>
      </dgm:t>
    </dgm:pt>
    <dgm:pt modelId="{376C28ED-D31C-49AB-AAAE-890E4DBDC44A}" type="sibTrans" cxnId="{A1884E36-F6C3-4ED6-964C-2013F7A03CFC}">
      <dgm:prSet/>
      <dgm:spPr/>
      <dgm:t>
        <a:bodyPr/>
        <a:lstStyle/>
        <a:p>
          <a:endParaRPr lang="en-US"/>
        </a:p>
      </dgm:t>
    </dgm:pt>
    <dgm:pt modelId="{B782E85B-861F-4305-95FB-D500BFD739DD}">
      <dgm:prSet/>
      <dgm:spPr/>
      <dgm:t>
        <a:bodyPr/>
        <a:lstStyle/>
        <a:p>
          <a:r>
            <a:rPr lang="en-US"/>
            <a:t>Precision: 78.0%</a:t>
          </a:r>
        </a:p>
      </dgm:t>
    </dgm:pt>
    <dgm:pt modelId="{ECE19548-AD4C-4798-A112-379E9C95C032}" type="parTrans" cxnId="{36088433-6676-4EAB-BBA0-7FC605852D04}">
      <dgm:prSet/>
      <dgm:spPr/>
      <dgm:t>
        <a:bodyPr/>
        <a:lstStyle/>
        <a:p>
          <a:endParaRPr lang="en-US"/>
        </a:p>
      </dgm:t>
    </dgm:pt>
    <dgm:pt modelId="{A450C71F-521E-44B5-9B00-D77A6A958D0A}" type="sibTrans" cxnId="{36088433-6676-4EAB-BBA0-7FC605852D04}">
      <dgm:prSet/>
      <dgm:spPr/>
      <dgm:t>
        <a:bodyPr/>
        <a:lstStyle/>
        <a:p>
          <a:endParaRPr lang="en-US"/>
        </a:p>
      </dgm:t>
    </dgm:pt>
    <dgm:pt modelId="{939E28CC-6936-4FAC-B295-2E5050C46006}">
      <dgm:prSet/>
      <dgm:spPr/>
      <dgm:t>
        <a:bodyPr/>
        <a:lstStyle/>
        <a:p>
          <a:r>
            <a:rPr lang="en-US"/>
            <a:t>Recall: 79.1%</a:t>
          </a:r>
        </a:p>
      </dgm:t>
    </dgm:pt>
    <dgm:pt modelId="{000FA84D-520F-45DF-99BC-1054AFE3B196}" type="parTrans" cxnId="{30E31D81-B419-4843-ABF5-BB3013E0601D}">
      <dgm:prSet/>
      <dgm:spPr/>
      <dgm:t>
        <a:bodyPr/>
        <a:lstStyle/>
        <a:p>
          <a:endParaRPr lang="en-US"/>
        </a:p>
      </dgm:t>
    </dgm:pt>
    <dgm:pt modelId="{610DA8FB-132A-4092-BADE-8B0FD90495E2}" type="sibTrans" cxnId="{30E31D81-B419-4843-ABF5-BB3013E0601D}">
      <dgm:prSet/>
      <dgm:spPr/>
      <dgm:t>
        <a:bodyPr/>
        <a:lstStyle/>
        <a:p>
          <a:endParaRPr lang="en-US"/>
        </a:p>
      </dgm:t>
    </dgm:pt>
    <dgm:pt modelId="{1C91F209-FC61-4143-8F8F-25EBFD0FCD3E}">
      <dgm:prSet/>
      <dgm:spPr/>
      <dgm:t>
        <a:bodyPr/>
        <a:lstStyle/>
        <a:p>
          <a:r>
            <a:rPr lang="en-US"/>
            <a:t>F1-Score: 78.1%</a:t>
          </a:r>
        </a:p>
      </dgm:t>
    </dgm:pt>
    <dgm:pt modelId="{C69C7582-C86D-446F-9602-17FEE711D16A}" type="parTrans" cxnId="{3963D738-9486-4357-BED5-1488E4F79E62}">
      <dgm:prSet/>
      <dgm:spPr/>
      <dgm:t>
        <a:bodyPr/>
        <a:lstStyle/>
        <a:p>
          <a:endParaRPr lang="en-US"/>
        </a:p>
      </dgm:t>
    </dgm:pt>
    <dgm:pt modelId="{27717EBC-6707-48F4-9C7A-4179343A6FC5}" type="sibTrans" cxnId="{3963D738-9486-4357-BED5-1488E4F79E62}">
      <dgm:prSet/>
      <dgm:spPr/>
      <dgm:t>
        <a:bodyPr/>
        <a:lstStyle/>
        <a:p>
          <a:endParaRPr lang="en-US"/>
        </a:p>
      </dgm:t>
    </dgm:pt>
    <dgm:pt modelId="{7040239A-B250-457A-9FA8-EFF704256DF3}">
      <dgm:prSet/>
      <dgm:spPr/>
      <dgm:t>
        <a:bodyPr/>
        <a:lstStyle/>
        <a:p>
          <a:r>
            <a:rPr lang="en-US" b="1"/>
            <a:t>Key Finding:</a:t>
          </a:r>
          <a:r>
            <a:rPr lang="en-US"/>
            <a:t> Logistic Regression outperformed Random Forest, demonstrating that linear relationships were sufficient for this dataset while providing better interpretability.</a:t>
          </a:r>
        </a:p>
      </dgm:t>
    </dgm:pt>
    <dgm:pt modelId="{A0EE7261-B054-4DD5-A0E2-536BB9F7A9BA}" type="parTrans" cxnId="{573F7E00-6DAD-47FC-B722-F167BE974697}">
      <dgm:prSet/>
      <dgm:spPr/>
      <dgm:t>
        <a:bodyPr/>
        <a:lstStyle/>
        <a:p>
          <a:endParaRPr lang="en-US"/>
        </a:p>
      </dgm:t>
    </dgm:pt>
    <dgm:pt modelId="{13661518-0C26-477C-8016-C43D22F2CF64}" type="sibTrans" cxnId="{573F7E00-6DAD-47FC-B722-F167BE974697}">
      <dgm:prSet/>
      <dgm:spPr/>
      <dgm:t>
        <a:bodyPr/>
        <a:lstStyle/>
        <a:p>
          <a:endParaRPr lang="en-US"/>
        </a:p>
      </dgm:t>
    </dgm:pt>
    <dgm:pt modelId="{F845A096-99DD-4F47-982B-E283768DAA1F}" type="pres">
      <dgm:prSet presAssocID="{527B0B53-15AD-46FF-8578-88A7C517F85C}" presName="linear" presStyleCnt="0">
        <dgm:presLayoutVars>
          <dgm:animLvl val="lvl"/>
          <dgm:resizeHandles val="exact"/>
        </dgm:presLayoutVars>
      </dgm:prSet>
      <dgm:spPr/>
    </dgm:pt>
    <dgm:pt modelId="{D31D84C4-1D6C-4DF8-8821-2B6BF1CE7157}" type="pres">
      <dgm:prSet presAssocID="{D1FCAE43-44B5-477B-83A8-EE5D4E4DB885}" presName="parentText" presStyleLbl="node1" presStyleIdx="0" presStyleCnt="13">
        <dgm:presLayoutVars>
          <dgm:chMax val="0"/>
          <dgm:bulletEnabled val="1"/>
        </dgm:presLayoutVars>
      </dgm:prSet>
      <dgm:spPr/>
    </dgm:pt>
    <dgm:pt modelId="{88E6EB53-DFAE-46A0-9F2B-50199B572941}" type="pres">
      <dgm:prSet presAssocID="{BBEDA425-85AC-4FC0-8F1C-06BC1E516CBF}" presName="spacer" presStyleCnt="0"/>
      <dgm:spPr/>
    </dgm:pt>
    <dgm:pt modelId="{045A0CE9-A40F-4E14-9F71-41586C67E32C}" type="pres">
      <dgm:prSet presAssocID="{DC1DD657-F01C-4159-8A75-0CD6BD69AFAF}" presName="parentText" presStyleLbl="node1" presStyleIdx="1" presStyleCnt="13">
        <dgm:presLayoutVars>
          <dgm:chMax val="0"/>
          <dgm:bulletEnabled val="1"/>
        </dgm:presLayoutVars>
      </dgm:prSet>
      <dgm:spPr/>
    </dgm:pt>
    <dgm:pt modelId="{FC7B85E0-7661-42A4-89F5-720513F1609A}" type="pres">
      <dgm:prSet presAssocID="{3E4093E9-1133-4164-9677-B5B42ACBBCCC}" presName="spacer" presStyleCnt="0"/>
      <dgm:spPr/>
    </dgm:pt>
    <dgm:pt modelId="{ECF42EBF-0E3E-4064-93F1-4787B5847F66}" type="pres">
      <dgm:prSet presAssocID="{3C6A3679-452C-481F-8965-1814CB3145DF}" presName="parentText" presStyleLbl="node1" presStyleIdx="2" presStyleCnt="13">
        <dgm:presLayoutVars>
          <dgm:chMax val="0"/>
          <dgm:bulletEnabled val="1"/>
        </dgm:presLayoutVars>
      </dgm:prSet>
      <dgm:spPr/>
    </dgm:pt>
    <dgm:pt modelId="{9E71DACE-36FB-409E-9541-EF1A5FCB3FD0}" type="pres">
      <dgm:prSet presAssocID="{BD79ED29-349E-466A-BE0E-77BFC8E7EA3B}" presName="spacer" presStyleCnt="0"/>
      <dgm:spPr/>
    </dgm:pt>
    <dgm:pt modelId="{1E687542-C7A5-41E2-A68D-7099910CAEFA}" type="pres">
      <dgm:prSet presAssocID="{0A9A33C4-A36B-441E-95C5-08455FE83361}" presName="parentText" presStyleLbl="node1" presStyleIdx="3" presStyleCnt="13">
        <dgm:presLayoutVars>
          <dgm:chMax val="0"/>
          <dgm:bulletEnabled val="1"/>
        </dgm:presLayoutVars>
      </dgm:prSet>
      <dgm:spPr/>
    </dgm:pt>
    <dgm:pt modelId="{2BDF8129-604B-4ED9-A26A-4F61BF92FA01}" type="pres">
      <dgm:prSet presAssocID="{DE6A3984-3D2C-423B-84A7-6C9EEE5FBCF7}" presName="spacer" presStyleCnt="0"/>
      <dgm:spPr/>
    </dgm:pt>
    <dgm:pt modelId="{1E98525D-592E-403D-9539-5B1F4E654C60}" type="pres">
      <dgm:prSet presAssocID="{94393A6D-C8ED-4231-BDA6-61298E2973BA}" presName="parentText" presStyleLbl="node1" presStyleIdx="4" presStyleCnt="13">
        <dgm:presLayoutVars>
          <dgm:chMax val="0"/>
          <dgm:bulletEnabled val="1"/>
        </dgm:presLayoutVars>
      </dgm:prSet>
      <dgm:spPr/>
    </dgm:pt>
    <dgm:pt modelId="{1A055F45-D37D-4361-8EF3-A4AD5AA529B1}" type="pres">
      <dgm:prSet presAssocID="{A6871DD9-5FAF-404D-AEEC-8AF8B37AB3EA}" presName="spacer" presStyleCnt="0"/>
      <dgm:spPr/>
    </dgm:pt>
    <dgm:pt modelId="{656FEC94-CB02-485E-A91B-C54BEF09697B}" type="pres">
      <dgm:prSet presAssocID="{6FD663DC-8144-4A98-8551-A37C93272387}" presName="parentText" presStyleLbl="node1" presStyleIdx="5" presStyleCnt="13">
        <dgm:presLayoutVars>
          <dgm:chMax val="0"/>
          <dgm:bulletEnabled val="1"/>
        </dgm:presLayoutVars>
      </dgm:prSet>
      <dgm:spPr/>
    </dgm:pt>
    <dgm:pt modelId="{D2479780-9578-4563-B2BD-EA4B4673FEB6}" type="pres">
      <dgm:prSet presAssocID="{EB99A806-8C57-401F-9A65-0D34C464540C}" presName="spacer" presStyleCnt="0"/>
      <dgm:spPr/>
    </dgm:pt>
    <dgm:pt modelId="{F9AD382E-2AF0-44B7-847E-4A8DEE4B0D46}" type="pres">
      <dgm:prSet presAssocID="{80A60D3D-1972-4A55-9D13-3B8942FA6E16}" presName="parentText" presStyleLbl="node1" presStyleIdx="6" presStyleCnt="13">
        <dgm:presLayoutVars>
          <dgm:chMax val="0"/>
          <dgm:bulletEnabled val="1"/>
        </dgm:presLayoutVars>
      </dgm:prSet>
      <dgm:spPr/>
    </dgm:pt>
    <dgm:pt modelId="{88F4372D-6A53-47DC-902B-3B18E9519F98}" type="pres">
      <dgm:prSet presAssocID="{87094EE1-236F-45B0-A8F2-275DEBA101D8}" presName="spacer" presStyleCnt="0"/>
      <dgm:spPr/>
    </dgm:pt>
    <dgm:pt modelId="{DC95F82E-9492-4284-9952-973AC65D8BB8}" type="pres">
      <dgm:prSet presAssocID="{C7E3F863-0B71-4047-A5A7-02A3B3D8A7AA}" presName="parentText" presStyleLbl="node1" presStyleIdx="7" presStyleCnt="13">
        <dgm:presLayoutVars>
          <dgm:chMax val="0"/>
          <dgm:bulletEnabled val="1"/>
        </dgm:presLayoutVars>
      </dgm:prSet>
      <dgm:spPr/>
    </dgm:pt>
    <dgm:pt modelId="{077B11CA-31F0-4A6A-BE06-6AF8665C70C7}" type="pres">
      <dgm:prSet presAssocID="{BFA89C27-87B8-4ABD-B3BE-A2E10F17F017}" presName="spacer" presStyleCnt="0"/>
      <dgm:spPr/>
    </dgm:pt>
    <dgm:pt modelId="{1DFEF203-2AA2-4EE4-AEED-2E57A62F69E0}" type="pres">
      <dgm:prSet presAssocID="{CC1B514C-E44D-43AA-B020-20DF7318AFFE}" presName="parentText" presStyleLbl="node1" presStyleIdx="8" presStyleCnt="13">
        <dgm:presLayoutVars>
          <dgm:chMax val="0"/>
          <dgm:bulletEnabled val="1"/>
        </dgm:presLayoutVars>
      </dgm:prSet>
      <dgm:spPr/>
    </dgm:pt>
    <dgm:pt modelId="{CC516A2D-3C10-46C3-8C18-2298743F1A1D}" type="pres">
      <dgm:prSet presAssocID="{376C28ED-D31C-49AB-AAAE-890E4DBDC44A}" presName="spacer" presStyleCnt="0"/>
      <dgm:spPr/>
    </dgm:pt>
    <dgm:pt modelId="{B4582FB9-4144-4F24-B26C-6646C1496E25}" type="pres">
      <dgm:prSet presAssocID="{B782E85B-861F-4305-95FB-D500BFD739DD}" presName="parentText" presStyleLbl="node1" presStyleIdx="9" presStyleCnt="13">
        <dgm:presLayoutVars>
          <dgm:chMax val="0"/>
          <dgm:bulletEnabled val="1"/>
        </dgm:presLayoutVars>
      </dgm:prSet>
      <dgm:spPr/>
    </dgm:pt>
    <dgm:pt modelId="{0DFDC788-6305-402B-A56D-19D9118CDBE0}" type="pres">
      <dgm:prSet presAssocID="{A450C71F-521E-44B5-9B00-D77A6A958D0A}" presName="spacer" presStyleCnt="0"/>
      <dgm:spPr/>
    </dgm:pt>
    <dgm:pt modelId="{162B1BA5-867A-4AAF-9516-413D3553E4B3}" type="pres">
      <dgm:prSet presAssocID="{939E28CC-6936-4FAC-B295-2E5050C46006}" presName="parentText" presStyleLbl="node1" presStyleIdx="10" presStyleCnt="13">
        <dgm:presLayoutVars>
          <dgm:chMax val="0"/>
          <dgm:bulletEnabled val="1"/>
        </dgm:presLayoutVars>
      </dgm:prSet>
      <dgm:spPr/>
    </dgm:pt>
    <dgm:pt modelId="{7CD0DD41-5210-424C-8C97-B1372553ED35}" type="pres">
      <dgm:prSet presAssocID="{610DA8FB-132A-4092-BADE-8B0FD90495E2}" presName="spacer" presStyleCnt="0"/>
      <dgm:spPr/>
    </dgm:pt>
    <dgm:pt modelId="{49E2C3AB-A837-4412-B414-7ABE8A2BF0AF}" type="pres">
      <dgm:prSet presAssocID="{1C91F209-FC61-4143-8F8F-25EBFD0FCD3E}" presName="parentText" presStyleLbl="node1" presStyleIdx="11" presStyleCnt="13">
        <dgm:presLayoutVars>
          <dgm:chMax val="0"/>
          <dgm:bulletEnabled val="1"/>
        </dgm:presLayoutVars>
      </dgm:prSet>
      <dgm:spPr/>
    </dgm:pt>
    <dgm:pt modelId="{B3AA11CA-9BD3-4AD4-B2FD-566F447C0E89}" type="pres">
      <dgm:prSet presAssocID="{27717EBC-6707-48F4-9C7A-4179343A6FC5}" presName="spacer" presStyleCnt="0"/>
      <dgm:spPr/>
    </dgm:pt>
    <dgm:pt modelId="{61FD29D4-0289-4B4A-A997-FAA665E2279E}" type="pres">
      <dgm:prSet presAssocID="{7040239A-B250-457A-9FA8-EFF704256DF3}" presName="parentText" presStyleLbl="node1" presStyleIdx="12" presStyleCnt="13">
        <dgm:presLayoutVars>
          <dgm:chMax val="0"/>
          <dgm:bulletEnabled val="1"/>
        </dgm:presLayoutVars>
      </dgm:prSet>
      <dgm:spPr/>
    </dgm:pt>
  </dgm:ptLst>
  <dgm:cxnLst>
    <dgm:cxn modelId="{573F7E00-6DAD-47FC-B722-F167BE974697}" srcId="{527B0B53-15AD-46FF-8578-88A7C517F85C}" destId="{7040239A-B250-457A-9FA8-EFF704256DF3}" srcOrd="12" destOrd="0" parTransId="{A0EE7261-B054-4DD5-A0E2-536BB9F7A9BA}" sibTransId="{13661518-0C26-477C-8016-C43D22F2CF64}"/>
    <dgm:cxn modelId="{A9946410-5E57-459D-BAF4-01AF3E888FBE}" type="presOf" srcId="{C7E3F863-0B71-4047-A5A7-02A3B3D8A7AA}" destId="{DC95F82E-9492-4284-9952-973AC65D8BB8}" srcOrd="0" destOrd="0" presId="urn:microsoft.com/office/officeart/2005/8/layout/vList2"/>
    <dgm:cxn modelId="{629D6524-04DA-4DCF-80D5-E10ECEC916F3}" type="presOf" srcId="{80A60D3D-1972-4A55-9D13-3B8942FA6E16}" destId="{F9AD382E-2AF0-44B7-847E-4A8DEE4B0D46}" srcOrd="0" destOrd="0" presId="urn:microsoft.com/office/officeart/2005/8/layout/vList2"/>
    <dgm:cxn modelId="{C623652B-65E0-481F-A19A-1A771555DA3B}" srcId="{527B0B53-15AD-46FF-8578-88A7C517F85C}" destId="{3C6A3679-452C-481F-8965-1814CB3145DF}" srcOrd="2" destOrd="0" parTransId="{C3FDAC9B-28CA-4BDB-B0E3-2A75ED9095C8}" sibTransId="{BD79ED29-349E-466A-BE0E-77BFC8E7EA3B}"/>
    <dgm:cxn modelId="{EDBEE430-1B8D-472E-A673-0DA777914F84}" srcId="{527B0B53-15AD-46FF-8578-88A7C517F85C}" destId="{80A60D3D-1972-4A55-9D13-3B8942FA6E16}" srcOrd="6" destOrd="0" parTransId="{9667AECA-5D3E-47B0-8D53-1D5334848EA6}" sibTransId="{87094EE1-236F-45B0-A8F2-275DEBA101D8}"/>
    <dgm:cxn modelId="{36088433-6676-4EAB-BBA0-7FC605852D04}" srcId="{527B0B53-15AD-46FF-8578-88A7C517F85C}" destId="{B782E85B-861F-4305-95FB-D500BFD739DD}" srcOrd="9" destOrd="0" parTransId="{ECE19548-AD4C-4798-A112-379E9C95C032}" sibTransId="{A450C71F-521E-44B5-9B00-D77A6A958D0A}"/>
    <dgm:cxn modelId="{A1884E36-F6C3-4ED6-964C-2013F7A03CFC}" srcId="{527B0B53-15AD-46FF-8578-88A7C517F85C}" destId="{CC1B514C-E44D-43AA-B020-20DF7318AFFE}" srcOrd="8" destOrd="0" parTransId="{21D0F713-0C4A-486D-9E12-A0058129164A}" sibTransId="{376C28ED-D31C-49AB-AAAE-890E4DBDC44A}"/>
    <dgm:cxn modelId="{3963D738-9486-4357-BED5-1488E4F79E62}" srcId="{527B0B53-15AD-46FF-8578-88A7C517F85C}" destId="{1C91F209-FC61-4143-8F8F-25EBFD0FCD3E}" srcOrd="11" destOrd="0" parTransId="{C69C7582-C86D-446F-9602-17FEE711D16A}" sibTransId="{27717EBC-6707-48F4-9C7A-4179343A6FC5}"/>
    <dgm:cxn modelId="{6E64233A-6FA7-4641-AB67-BFE823770852}" type="presOf" srcId="{D1FCAE43-44B5-477B-83A8-EE5D4E4DB885}" destId="{D31D84C4-1D6C-4DF8-8821-2B6BF1CE7157}" srcOrd="0" destOrd="0" presId="urn:microsoft.com/office/officeart/2005/8/layout/vList2"/>
    <dgm:cxn modelId="{DF3D4D5B-0454-47A6-8C85-91C8212773F0}" type="presOf" srcId="{0A9A33C4-A36B-441E-95C5-08455FE83361}" destId="{1E687542-C7A5-41E2-A68D-7099910CAEFA}" srcOrd="0" destOrd="0" presId="urn:microsoft.com/office/officeart/2005/8/layout/vList2"/>
    <dgm:cxn modelId="{B4045E49-6908-4DE9-99A3-98771DD525AB}" srcId="{527B0B53-15AD-46FF-8578-88A7C517F85C}" destId="{C7E3F863-0B71-4047-A5A7-02A3B3D8A7AA}" srcOrd="7" destOrd="0" parTransId="{B9404074-D2AF-4A4F-9A54-452258984648}" sibTransId="{BFA89C27-87B8-4ABD-B3BE-A2E10F17F017}"/>
    <dgm:cxn modelId="{1E99B54C-34FB-40C7-85A3-74000741CDE5}" type="presOf" srcId="{939E28CC-6936-4FAC-B295-2E5050C46006}" destId="{162B1BA5-867A-4AAF-9516-413D3553E4B3}" srcOrd="0" destOrd="0" presId="urn:microsoft.com/office/officeart/2005/8/layout/vList2"/>
    <dgm:cxn modelId="{53BBB24D-DFA2-4EF3-9214-DCBB6CB5CEC1}" type="presOf" srcId="{527B0B53-15AD-46FF-8578-88A7C517F85C}" destId="{F845A096-99DD-4F47-982B-E283768DAA1F}" srcOrd="0" destOrd="0" presId="urn:microsoft.com/office/officeart/2005/8/layout/vList2"/>
    <dgm:cxn modelId="{BE13E96D-49DC-46C6-956D-C041505EDBA7}" type="presOf" srcId="{6FD663DC-8144-4A98-8551-A37C93272387}" destId="{656FEC94-CB02-485E-A91B-C54BEF09697B}" srcOrd="0" destOrd="0" presId="urn:microsoft.com/office/officeart/2005/8/layout/vList2"/>
    <dgm:cxn modelId="{C1AF116F-7E52-42F4-A4C6-64F369CE13D4}" srcId="{527B0B53-15AD-46FF-8578-88A7C517F85C}" destId="{0A9A33C4-A36B-441E-95C5-08455FE83361}" srcOrd="3" destOrd="0" parTransId="{465322A9-7508-4A3A-86B4-8C7DA2FAE2A6}" sibTransId="{DE6A3984-3D2C-423B-84A7-6C9EEE5FBCF7}"/>
    <dgm:cxn modelId="{915F2F55-B350-41A1-BD97-0FA0561976DB}" type="presOf" srcId="{94393A6D-C8ED-4231-BDA6-61298E2973BA}" destId="{1E98525D-592E-403D-9539-5B1F4E654C60}" srcOrd="0" destOrd="0" presId="urn:microsoft.com/office/officeart/2005/8/layout/vList2"/>
    <dgm:cxn modelId="{2D3B5879-0EFD-43FF-BD85-6B468D56BA73}" type="presOf" srcId="{7040239A-B250-457A-9FA8-EFF704256DF3}" destId="{61FD29D4-0289-4B4A-A997-FAA665E2279E}" srcOrd="0" destOrd="0" presId="urn:microsoft.com/office/officeart/2005/8/layout/vList2"/>
    <dgm:cxn modelId="{F35EB97A-2033-40C0-81EF-A2B2766AFF11}" type="presOf" srcId="{1C91F209-FC61-4143-8F8F-25EBFD0FCD3E}" destId="{49E2C3AB-A837-4412-B414-7ABE8A2BF0AF}" srcOrd="0" destOrd="0" presId="urn:microsoft.com/office/officeart/2005/8/layout/vList2"/>
    <dgm:cxn modelId="{59DE337D-DF54-4D75-87F9-21E5A421D6AE}" srcId="{527B0B53-15AD-46FF-8578-88A7C517F85C}" destId="{DC1DD657-F01C-4159-8A75-0CD6BD69AFAF}" srcOrd="1" destOrd="0" parTransId="{F536BEAB-F7C9-42A0-8482-492BB7052D06}" sibTransId="{3E4093E9-1133-4164-9677-B5B42ACBBCCC}"/>
    <dgm:cxn modelId="{30E31D81-B419-4843-ABF5-BB3013E0601D}" srcId="{527B0B53-15AD-46FF-8578-88A7C517F85C}" destId="{939E28CC-6936-4FAC-B295-2E5050C46006}" srcOrd="10" destOrd="0" parTransId="{000FA84D-520F-45DF-99BC-1054AFE3B196}" sibTransId="{610DA8FB-132A-4092-BADE-8B0FD90495E2}"/>
    <dgm:cxn modelId="{EA982588-40CF-4F34-AACF-1DC9DA52506E}" type="presOf" srcId="{3C6A3679-452C-481F-8965-1814CB3145DF}" destId="{ECF42EBF-0E3E-4064-93F1-4787B5847F66}" srcOrd="0" destOrd="0" presId="urn:microsoft.com/office/officeart/2005/8/layout/vList2"/>
    <dgm:cxn modelId="{830A658D-A539-4763-9FA1-935706C9F3D3}" type="presOf" srcId="{B782E85B-861F-4305-95FB-D500BFD739DD}" destId="{B4582FB9-4144-4F24-B26C-6646C1496E25}" srcOrd="0" destOrd="0" presId="urn:microsoft.com/office/officeart/2005/8/layout/vList2"/>
    <dgm:cxn modelId="{DC69BC8F-41A0-4B07-B6A8-04128CDE859B}" srcId="{527B0B53-15AD-46FF-8578-88A7C517F85C}" destId="{6FD663DC-8144-4A98-8551-A37C93272387}" srcOrd="5" destOrd="0" parTransId="{97EE6904-867D-4B2D-8423-0E1E50FF6132}" sibTransId="{EB99A806-8C57-401F-9A65-0D34C464540C}"/>
    <dgm:cxn modelId="{B8B422B6-D18A-4B51-824F-4451E253C63D}" type="presOf" srcId="{CC1B514C-E44D-43AA-B020-20DF7318AFFE}" destId="{1DFEF203-2AA2-4EE4-AEED-2E57A62F69E0}" srcOrd="0" destOrd="0" presId="urn:microsoft.com/office/officeart/2005/8/layout/vList2"/>
    <dgm:cxn modelId="{E17EA4C0-6AF3-42BE-8D68-BA3A2699AC73}" srcId="{527B0B53-15AD-46FF-8578-88A7C517F85C}" destId="{D1FCAE43-44B5-477B-83A8-EE5D4E4DB885}" srcOrd="0" destOrd="0" parTransId="{94C9CF2A-B241-4E1C-A50B-49FD6F6F2F8B}" sibTransId="{BBEDA425-85AC-4FC0-8F1C-06BC1E516CBF}"/>
    <dgm:cxn modelId="{FDADAFD6-DE76-4A4D-B10A-6FD3474CE562}" type="presOf" srcId="{DC1DD657-F01C-4159-8A75-0CD6BD69AFAF}" destId="{045A0CE9-A40F-4E14-9F71-41586C67E32C}" srcOrd="0" destOrd="0" presId="urn:microsoft.com/office/officeart/2005/8/layout/vList2"/>
    <dgm:cxn modelId="{BED117F9-CE11-4290-9721-E19342DDE7C1}" srcId="{527B0B53-15AD-46FF-8578-88A7C517F85C}" destId="{94393A6D-C8ED-4231-BDA6-61298E2973BA}" srcOrd="4" destOrd="0" parTransId="{2CBB7B2A-90AE-484F-9B7A-5891C064E748}" sibTransId="{A6871DD9-5FAF-404D-AEEC-8AF8B37AB3EA}"/>
    <dgm:cxn modelId="{1ECBC3BC-4CCD-466E-9FAC-FF98F9553EA5}" type="presParOf" srcId="{F845A096-99DD-4F47-982B-E283768DAA1F}" destId="{D31D84C4-1D6C-4DF8-8821-2B6BF1CE7157}" srcOrd="0" destOrd="0" presId="urn:microsoft.com/office/officeart/2005/8/layout/vList2"/>
    <dgm:cxn modelId="{01FE5461-6C9A-4713-A028-914B55E12279}" type="presParOf" srcId="{F845A096-99DD-4F47-982B-E283768DAA1F}" destId="{88E6EB53-DFAE-46A0-9F2B-50199B572941}" srcOrd="1" destOrd="0" presId="urn:microsoft.com/office/officeart/2005/8/layout/vList2"/>
    <dgm:cxn modelId="{A68C501F-3C3C-4334-915C-71CD81116C0F}" type="presParOf" srcId="{F845A096-99DD-4F47-982B-E283768DAA1F}" destId="{045A0CE9-A40F-4E14-9F71-41586C67E32C}" srcOrd="2" destOrd="0" presId="urn:microsoft.com/office/officeart/2005/8/layout/vList2"/>
    <dgm:cxn modelId="{52ECBBB6-D59B-4ACB-9B73-73AD32E0C824}" type="presParOf" srcId="{F845A096-99DD-4F47-982B-E283768DAA1F}" destId="{FC7B85E0-7661-42A4-89F5-720513F1609A}" srcOrd="3" destOrd="0" presId="urn:microsoft.com/office/officeart/2005/8/layout/vList2"/>
    <dgm:cxn modelId="{7865136B-21DD-4AE2-B5CE-8D15C35EE2BC}" type="presParOf" srcId="{F845A096-99DD-4F47-982B-E283768DAA1F}" destId="{ECF42EBF-0E3E-4064-93F1-4787B5847F66}" srcOrd="4" destOrd="0" presId="urn:microsoft.com/office/officeart/2005/8/layout/vList2"/>
    <dgm:cxn modelId="{B62E0902-FC4D-4142-ACC3-74DCB6EB3A39}" type="presParOf" srcId="{F845A096-99DD-4F47-982B-E283768DAA1F}" destId="{9E71DACE-36FB-409E-9541-EF1A5FCB3FD0}" srcOrd="5" destOrd="0" presId="urn:microsoft.com/office/officeart/2005/8/layout/vList2"/>
    <dgm:cxn modelId="{9FE2459B-F76E-42A6-A3B5-1B3EF5EF8B15}" type="presParOf" srcId="{F845A096-99DD-4F47-982B-E283768DAA1F}" destId="{1E687542-C7A5-41E2-A68D-7099910CAEFA}" srcOrd="6" destOrd="0" presId="urn:microsoft.com/office/officeart/2005/8/layout/vList2"/>
    <dgm:cxn modelId="{BCB9A84D-6B54-42CA-993F-A76ACB17936E}" type="presParOf" srcId="{F845A096-99DD-4F47-982B-E283768DAA1F}" destId="{2BDF8129-604B-4ED9-A26A-4F61BF92FA01}" srcOrd="7" destOrd="0" presId="urn:microsoft.com/office/officeart/2005/8/layout/vList2"/>
    <dgm:cxn modelId="{9CF8365A-57B4-425E-8F51-16FF8C6F78BA}" type="presParOf" srcId="{F845A096-99DD-4F47-982B-E283768DAA1F}" destId="{1E98525D-592E-403D-9539-5B1F4E654C60}" srcOrd="8" destOrd="0" presId="urn:microsoft.com/office/officeart/2005/8/layout/vList2"/>
    <dgm:cxn modelId="{A14A8ACD-81A1-40FF-ACD9-A2448D620FE0}" type="presParOf" srcId="{F845A096-99DD-4F47-982B-E283768DAA1F}" destId="{1A055F45-D37D-4361-8EF3-A4AD5AA529B1}" srcOrd="9" destOrd="0" presId="urn:microsoft.com/office/officeart/2005/8/layout/vList2"/>
    <dgm:cxn modelId="{F1CCA402-8A4A-404B-8570-D5B82EFAB700}" type="presParOf" srcId="{F845A096-99DD-4F47-982B-E283768DAA1F}" destId="{656FEC94-CB02-485E-A91B-C54BEF09697B}" srcOrd="10" destOrd="0" presId="urn:microsoft.com/office/officeart/2005/8/layout/vList2"/>
    <dgm:cxn modelId="{5210A174-3552-4AFD-A324-C0DE1A270982}" type="presParOf" srcId="{F845A096-99DD-4F47-982B-E283768DAA1F}" destId="{D2479780-9578-4563-B2BD-EA4B4673FEB6}" srcOrd="11" destOrd="0" presId="urn:microsoft.com/office/officeart/2005/8/layout/vList2"/>
    <dgm:cxn modelId="{8322D683-01F5-461C-B4DD-B66C563B38D5}" type="presParOf" srcId="{F845A096-99DD-4F47-982B-E283768DAA1F}" destId="{F9AD382E-2AF0-44B7-847E-4A8DEE4B0D46}" srcOrd="12" destOrd="0" presId="urn:microsoft.com/office/officeart/2005/8/layout/vList2"/>
    <dgm:cxn modelId="{AD7105CA-F569-4146-A334-5C09B7E94B42}" type="presParOf" srcId="{F845A096-99DD-4F47-982B-E283768DAA1F}" destId="{88F4372D-6A53-47DC-902B-3B18E9519F98}" srcOrd="13" destOrd="0" presId="urn:microsoft.com/office/officeart/2005/8/layout/vList2"/>
    <dgm:cxn modelId="{D2803426-C615-49FE-BEBB-9C15A650C95B}" type="presParOf" srcId="{F845A096-99DD-4F47-982B-E283768DAA1F}" destId="{DC95F82E-9492-4284-9952-973AC65D8BB8}" srcOrd="14" destOrd="0" presId="urn:microsoft.com/office/officeart/2005/8/layout/vList2"/>
    <dgm:cxn modelId="{A3DF0539-E1C9-4F40-B32E-6C5E18CDBB26}" type="presParOf" srcId="{F845A096-99DD-4F47-982B-E283768DAA1F}" destId="{077B11CA-31F0-4A6A-BE06-6AF8665C70C7}" srcOrd="15" destOrd="0" presId="urn:microsoft.com/office/officeart/2005/8/layout/vList2"/>
    <dgm:cxn modelId="{00CC64BE-B046-45C7-ACB7-8D5580048969}" type="presParOf" srcId="{F845A096-99DD-4F47-982B-E283768DAA1F}" destId="{1DFEF203-2AA2-4EE4-AEED-2E57A62F69E0}" srcOrd="16" destOrd="0" presId="urn:microsoft.com/office/officeart/2005/8/layout/vList2"/>
    <dgm:cxn modelId="{ECE0C8CF-0F65-4D19-A739-3AF0BB1380BF}" type="presParOf" srcId="{F845A096-99DD-4F47-982B-E283768DAA1F}" destId="{CC516A2D-3C10-46C3-8C18-2298743F1A1D}" srcOrd="17" destOrd="0" presId="urn:microsoft.com/office/officeart/2005/8/layout/vList2"/>
    <dgm:cxn modelId="{0929AFDF-5899-42B1-B2FA-7FC19AB8E048}" type="presParOf" srcId="{F845A096-99DD-4F47-982B-E283768DAA1F}" destId="{B4582FB9-4144-4F24-B26C-6646C1496E25}" srcOrd="18" destOrd="0" presId="urn:microsoft.com/office/officeart/2005/8/layout/vList2"/>
    <dgm:cxn modelId="{AB70A063-1516-4548-8061-CE2766094616}" type="presParOf" srcId="{F845A096-99DD-4F47-982B-E283768DAA1F}" destId="{0DFDC788-6305-402B-A56D-19D9118CDBE0}" srcOrd="19" destOrd="0" presId="urn:microsoft.com/office/officeart/2005/8/layout/vList2"/>
    <dgm:cxn modelId="{531CD6D7-31F9-4D5A-8B75-44C7D74F65EB}" type="presParOf" srcId="{F845A096-99DD-4F47-982B-E283768DAA1F}" destId="{162B1BA5-867A-4AAF-9516-413D3553E4B3}" srcOrd="20" destOrd="0" presId="urn:microsoft.com/office/officeart/2005/8/layout/vList2"/>
    <dgm:cxn modelId="{E189AD33-E55A-4B2B-AA7B-06F2CC0589B7}" type="presParOf" srcId="{F845A096-99DD-4F47-982B-E283768DAA1F}" destId="{7CD0DD41-5210-424C-8C97-B1372553ED35}" srcOrd="21" destOrd="0" presId="urn:microsoft.com/office/officeart/2005/8/layout/vList2"/>
    <dgm:cxn modelId="{269052FD-8004-42EA-8368-9336372BC1D6}" type="presParOf" srcId="{F845A096-99DD-4F47-982B-E283768DAA1F}" destId="{49E2C3AB-A837-4412-B414-7ABE8A2BF0AF}" srcOrd="22" destOrd="0" presId="urn:microsoft.com/office/officeart/2005/8/layout/vList2"/>
    <dgm:cxn modelId="{D98F2DC9-B16D-449E-BCC5-AB9FB3F2F513}" type="presParOf" srcId="{F845A096-99DD-4F47-982B-E283768DAA1F}" destId="{B3AA11CA-9BD3-4AD4-B2FD-566F447C0E89}" srcOrd="23" destOrd="0" presId="urn:microsoft.com/office/officeart/2005/8/layout/vList2"/>
    <dgm:cxn modelId="{10E106FC-8FF6-4DD3-ADEA-AF42263E6C43}" type="presParOf" srcId="{F845A096-99DD-4F47-982B-E283768DAA1F}" destId="{61FD29D4-0289-4B4A-A997-FAA665E2279E}" srcOrd="2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FB5B72-615B-412F-9648-B5782F13C8B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88AB9F-338F-4DDD-8F6D-B81607B3F83A}">
      <dgm:prSet/>
      <dgm:spPr/>
      <dgm:t>
        <a:bodyPr/>
        <a:lstStyle/>
        <a:p>
          <a:r>
            <a:rPr lang="en-US" b="1"/>
            <a:t>Top 8 Most Important Features (Random Forest Analysis):</a:t>
          </a:r>
          <a:endParaRPr lang="en-US"/>
        </a:p>
      </dgm:t>
    </dgm:pt>
    <dgm:pt modelId="{9152C17C-D5EE-40F7-83BB-B68F54EBC9DE}" type="parTrans" cxnId="{702B7C16-3C72-4332-8FB0-7DA077E55295}">
      <dgm:prSet/>
      <dgm:spPr/>
      <dgm:t>
        <a:bodyPr/>
        <a:lstStyle/>
        <a:p>
          <a:endParaRPr lang="en-US"/>
        </a:p>
      </dgm:t>
    </dgm:pt>
    <dgm:pt modelId="{581F9E6C-703F-428F-BF83-5D8854EE1CA9}" type="sibTrans" cxnId="{702B7C16-3C72-4332-8FB0-7DA077E55295}">
      <dgm:prSet/>
      <dgm:spPr/>
      <dgm:t>
        <a:bodyPr/>
        <a:lstStyle/>
        <a:p>
          <a:endParaRPr lang="en-US"/>
        </a:p>
      </dgm:t>
    </dgm:pt>
    <dgm:pt modelId="{B60B373C-E699-4655-B3AD-A61E5AB02974}">
      <dgm:prSet/>
      <dgm:spPr/>
      <dgm:t>
        <a:bodyPr/>
        <a:lstStyle/>
        <a:p>
          <a:r>
            <a:rPr lang="en-US"/>
            <a:t>Contract Type: 16.3%</a:t>
          </a:r>
        </a:p>
      </dgm:t>
    </dgm:pt>
    <dgm:pt modelId="{2BA2FFDE-072A-49A8-9297-83A849C2EEF2}" type="parTrans" cxnId="{3DB37EE0-C936-4697-8FEA-AD0D129C5D9E}">
      <dgm:prSet/>
      <dgm:spPr/>
      <dgm:t>
        <a:bodyPr/>
        <a:lstStyle/>
        <a:p>
          <a:endParaRPr lang="en-US"/>
        </a:p>
      </dgm:t>
    </dgm:pt>
    <dgm:pt modelId="{DB6EBA50-294D-4A30-B763-8A8A919A39E3}" type="sibTrans" cxnId="{3DB37EE0-C936-4697-8FEA-AD0D129C5D9E}">
      <dgm:prSet/>
      <dgm:spPr/>
      <dgm:t>
        <a:bodyPr/>
        <a:lstStyle/>
        <a:p>
          <a:endParaRPr lang="en-US"/>
        </a:p>
      </dgm:t>
    </dgm:pt>
    <dgm:pt modelId="{8AA9468F-8DA9-40B4-8770-5268281D6CC1}">
      <dgm:prSet/>
      <dgm:spPr/>
      <dgm:t>
        <a:bodyPr/>
        <a:lstStyle/>
        <a:p>
          <a:r>
            <a:rPr lang="en-US"/>
            <a:t>Tenure: 14.5%</a:t>
          </a:r>
        </a:p>
      </dgm:t>
    </dgm:pt>
    <dgm:pt modelId="{AC351563-BC92-4438-B2AA-3BDAFB054F71}" type="parTrans" cxnId="{4ECA5802-EFF6-402E-8C91-20F177717ED6}">
      <dgm:prSet/>
      <dgm:spPr/>
      <dgm:t>
        <a:bodyPr/>
        <a:lstStyle/>
        <a:p>
          <a:endParaRPr lang="en-US"/>
        </a:p>
      </dgm:t>
    </dgm:pt>
    <dgm:pt modelId="{D7DEE3EB-0D20-4476-B79F-4BF732714D18}" type="sibTrans" cxnId="{4ECA5802-EFF6-402E-8C91-20F177717ED6}">
      <dgm:prSet/>
      <dgm:spPr/>
      <dgm:t>
        <a:bodyPr/>
        <a:lstStyle/>
        <a:p>
          <a:endParaRPr lang="en-US"/>
        </a:p>
      </dgm:t>
    </dgm:pt>
    <dgm:pt modelId="{CFC7F912-74E4-40A0-8D61-5CDCDA1C85CB}">
      <dgm:prSet/>
      <dgm:spPr/>
      <dgm:t>
        <a:bodyPr/>
        <a:lstStyle/>
        <a:p>
          <a:r>
            <a:rPr lang="en-US"/>
            <a:t>Charges Per Service: 9.9%</a:t>
          </a:r>
        </a:p>
      </dgm:t>
    </dgm:pt>
    <dgm:pt modelId="{5D504073-0B9F-4D79-B6D2-92B81467B57C}" type="parTrans" cxnId="{A7B8AB14-DF3D-4E64-AE21-871EB8972824}">
      <dgm:prSet/>
      <dgm:spPr/>
      <dgm:t>
        <a:bodyPr/>
        <a:lstStyle/>
        <a:p>
          <a:endParaRPr lang="en-US"/>
        </a:p>
      </dgm:t>
    </dgm:pt>
    <dgm:pt modelId="{E04B1324-9751-4C42-B60C-A1AE09C31AF7}" type="sibTrans" cxnId="{A7B8AB14-DF3D-4E64-AE21-871EB8972824}">
      <dgm:prSet/>
      <dgm:spPr/>
      <dgm:t>
        <a:bodyPr/>
        <a:lstStyle/>
        <a:p>
          <a:endParaRPr lang="en-US"/>
        </a:p>
      </dgm:t>
    </dgm:pt>
    <dgm:pt modelId="{30843AB0-3959-40EB-860E-6E789993A958}">
      <dgm:prSet/>
      <dgm:spPr/>
      <dgm:t>
        <a:bodyPr/>
        <a:lstStyle/>
        <a:p>
          <a:r>
            <a:rPr lang="en-US"/>
            <a:t>Total Charges: 9.0%</a:t>
          </a:r>
        </a:p>
      </dgm:t>
    </dgm:pt>
    <dgm:pt modelId="{2D30B9D9-7ABE-45C6-9165-157A7B708849}" type="parTrans" cxnId="{B2D56967-2411-4889-AA3B-A5C9DF979A17}">
      <dgm:prSet/>
      <dgm:spPr/>
      <dgm:t>
        <a:bodyPr/>
        <a:lstStyle/>
        <a:p>
          <a:endParaRPr lang="en-US"/>
        </a:p>
      </dgm:t>
    </dgm:pt>
    <dgm:pt modelId="{C836BC32-9ACB-488A-8C0E-BAC81A5B963E}" type="sibTrans" cxnId="{B2D56967-2411-4889-AA3B-A5C9DF979A17}">
      <dgm:prSet/>
      <dgm:spPr/>
      <dgm:t>
        <a:bodyPr/>
        <a:lstStyle/>
        <a:p>
          <a:endParaRPr lang="en-US"/>
        </a:p>
      </dgm:t>
    </dgm:pt>
    <dgm:pt modelId="{39D76E3A-6EE9-4339-B7B1-086423CE62B6}">
      <dgm:prSet/>
      <dgm:spPr/>
      <dgm:t>
        <a:bodyPr/>
        <a:lstStyle/>
        <a:p>
          <a:r>
            <a:rPr lang="en-US"/>
            <a:t>Monthly Charges: 7.3%</a:t>
          </a:r>
        </a:p>
      </dgm:t>
    </dgm:pt>
    <dgm:pt modelId="{7C95579D-F8B9-4D59-A366-A449828074F6}" type="parTrans" cxnId="{8E3721C6-9C02-4F64-B4EE-DA63B437E718}">
      <dgm:prSet/>
      <dgm:spPr/>
      <dgm:t>
        <a:bodyPr/>
        <a:lstStyle/>
        <a:p>
          <a:endParaRPr lang="en-US"/>
        </a:p>
      </dgm:t>
    </dgm:pt>
    <dgm:pt modelId="{06639FB9-DFB0-4A38-B4C6-346D30A25CD5}" type="sibTrans" cxnId="{8E3721C6-9C02-4F64-B4EE-DA63B437E718}">
      <dgm:prSet/>
      <dgm:spPr/>
      <dgm:t>
        <a:bodyPr/>
        <a:lstStyle/>
        <a:p>
          <a:endParaRPr lang="en-US"/>
        </a:p>
      </dgm:t>
    </dgm:pt>
    <dgm:pt modelId="{820A1069-D432-405B-976B-2586D3B522A9}">
      <dgm:prSet/>
      <dgm:spPr/>
      <dgm:t>
        <a:bodyPr/>
        <a:lstStyle/>
        <a:p>
          <a:r>
            <a:rPr lang="en-US"/>
            <a:t>Payment Method: 5.8%</a:t>
          </a:r>
        </a:p>
      </dgm:t>
    </dgm:pt>
    <dgm:pt modelId="{EF099142-A78D-4E13-AADC-138D1327F3C3}" type="parTrans" cxnId="{C93E4B0D-0A20-465A-90C0-8BF0D553525E}">
      <dgm:prSet/>
      <dgm:spPr/>
      <dgm:t>
        <a:bodyPr/>
        <a:lstStyle/>
        <a:p>
          <a:endParaRPr lang="en-US"/>
        </a:p>
      </dgm:t>
    </dgm:pt>
    <dgm:pt modelId="{08B6519D-60A4-4AF3-8A46-37D979DBB4DE}" type="sibTrans" cxnId="{C93E4B0D-0A20-465A-90C0-8BF0D553525E}">
      <dgm:prSet/>
      <dgm:spPr/>
      <dgm:t>
        <a:bodyPr/>
        <a:lstStyle/>
        <a:p>
          <a:endParaRPr lang="en-US"/>
        </a:p>
      </dgm:t>
    </dgm:pt>
    <dgm:pt modelId="{46D4FCB6-E164-4111-9F0C-05A9324E8103}">
      <dgm:prSet/>
      <dgm:spPr/>
      <dgm:t>
        <a:bodyPr/>
        <a:lstStyle/>
        <a:p>
          <a:r>
            <a:rPr lang="en-US"/>
            <a:t>Internet Service: 5.3%</a:t>
          </a:r>
        </a:p>
      </dgm:t>
    </dgm:pt>
    <dgm:pt modelId="{885C31A8-63BB-43C9-8C4F-503DB82E4C2E}" type="parTrans" cxnId="{4574210C-7F5F-4991-B654-D071686474FF}">
      <dgm:prSet/>
      <dgm:spPr/>
      <dgm:t>
        <a:bodyPr/>
        <a:lstStyle/>
        <a:p>
          <a:endParaRPr lang="en-US"/>
        </a:p>
      </dgm:t>
    </dgm:pt>
    <dgm:pt modelId="{BBF210D7-A80D-4606-8DC5-8BD67EAE08E6}" type="sibTrans" cxnId="{4574210C-7F5F-4991-B654-D071686474FF}">
      <dgm:prSet/>
      <dgm:spPr/>
      <dgm:t>
        <a:bodyPr/>
        <a:lstStyle/>
        <a:p>
          <a:endParaRPr lang="en-US"/>
        </a:p>
      </dgm:t>
    </dgm:pt>
    <dgm:pt modelId="{445644D3-A68B-4C44-81D8-FB5F24FB2266}">
      <dgm:prSet/>
      <dgm:spPr/>
      <dgm:t>
        <a:bodyPr/>
        <a:lstStyle/>
        <a:p>
          <a:r>
            <a:rPr lang="en-US"/>
            <a:t>Online Security: 4.8%</a:t>
          </a:r>
        </a:p>
      </dgm:t>
    </dgm:pt>
    <dgm:pt modelId="{0DDA4526-C221-46F2-809E-4437B5E26971}" type="parTrans" cxnId="{D117FBED-04D3-43C7-8BA2-8B198C15FEC5}">
      <dgm:prSet/>
      <dgm:spPr/>
      <dgm:t>
        <a:bodyPr/>
        <a:lstStyle/>
        <a:p>
          <a:endParaRPr lang="en-US"/>
        </a:p>
      </dgm:t>
    </dgm:pt>
    <dgm:pt modelId="{E52700FA-17D2-4C2F-A458-8FC4541A372E}" type="sibTrans" cxnId="{D117FBED-04D3-43C7-8BA2-8B198C15FEC5}">
      <dgm:prSet/>
      <dgm:spPr/>
      <dgm:t>
        <a:bodyPr/>
        <a:lstStyle/>
        <a:p>
          <a:endParaRPr lang="en-US"/>
        </a:p>
      </dgm:t>
    </dgm:pt>
    <dgm:pt modelId="{EF2C00D1-E0A6-4AEA-9D06-37927B694A35}">
      <dgm:prSet/>
      <dgm:spPr/>
      <dgm:t>
        <a:bodyPr/>
        <a:lstStyle/>
        <a:p>
          <a:r>
            <a:rPr lang="en-US" b="1"/>
            <a:t>Key Insight:</a:t>
          </a:r>
          <a:r>
            <a:rPr lang="en-US"/>
            <a:t> Contract type dominates as the strongest predictor, with engineered features like charges per service providing valuable business insights.</a:t>
          </a:r>
        </a:p>
      </dgm:t>
    </dgm:pt>
    <dgm:pt modelId="{792A119A-9C2E-4C23-B8BC-09CC6D35827D}" type="parTrans" cxnId="{47CF3150-2925-4784-B99B-A442A3D90EC0}">
      <dgm:prSet/>
      <dgm:spPr/>
      <dgm:t>
        <a:bodyPr/>
        <a:lstStyle/>
        <a:p>
          <a:endParaRPr lang="en-US"/>
        </a:p>
      </dgm:t>
    </dgm:pt>
    <dgm:pt modelId="{8E597F8C-7FBE-4E1E-BEC0-2D4545A0AEBF}" type="sibTrans" cxnId="{47CF3150-2925-4784-B99B-A442A3D90EC0}">
      <dgm:prSet/>
      <dgm:spPr/>
      <dgm:t>
        <a:bodyPr/>
        <a:lstStyle/>
        <a:p>
          <a:endParaRPr lang="en-US"/>
        </a:p>
      </dgm:t>
    </dgm:pt>
    <dgm:pt modelId="{DE1C1566-A059-4BDD-A736-9CAC670879AE}" type="pres">
      <dgm:prSet presAssocID="{C3FB5B72-615B-412F-9648-B5782F13C8B3}" presName="vert0" presStyleCnt="0">
        <dgm:presLayoutVars>
          <dgm:dir/>
          <dgm:animOne val="branch"/>
          <dgm:animLvl val="lvl"/>
        </dgm:presLayoutVars>
      </dgm:prSet>
      <dgm:spPr/>
    </dgm:pt>
    <dgm:pt modelId="{4866043D-E6FA-4340-9234-3B8A6561DB28}" type="pres">
      <dgm:prSet presAssocID="{6188AB9F-338F-4DDD-8F6D-B81607B3F83A}" presName="thickLine" presStyleLbl="alignNode1" presStyleIdx="0" presStyleCnt="10"/>
      <dgm:spPr/>
    </dgm:pt>
    <dgm:pt modelId="{5D42CBBD-7AFB-4763-A08E-EA95A8A00FF7}" type="pres">
      <dgm:prSet presAssocID="{6188AB9F-338F-4DDD-8F6D-B81607B3F83A}" presName="horz1" presStyleCnt="0"/>
      <dgm:spPr/>
    </dgm:pt>
    <dgm:pt modelId="{59B8D72F-E812-424F-A6F6-DC58CCEE837D}" type="pres">
      <dgm:prSet presAssocID="{6188AB9F-338F-4DDD-8F6D-B81607B3F83A}" presName="tx1" presStyleLbl="revTx" presStyleIdx="0" presStyleCnt="10"/>
      <dgm:spPr/>
    </dgm:pt>
    <dgm:pt modelId="{8EDB82A3-9BEF-4B4F-A2F0-DC2CC31603A3}" type="pres">
      <dgm:prSet presAssocID="{6188AB9F-338F-4DDD-8F6D-B81607B3F83A}" presName="vert1" presStyleCnt="0"/>
      <dgm:spPr/>
    </dgm:pt>
    <dgm:pt modelId="{B32C760A-B099-4737-B6DD-73A22D2B5AE8}" type="pres">
      <dgm:prSet presAssocID="{B60B373C-E699-4655-B3AD-A61E5AB02974}" presName="thickLine" presStyleLbl="alignNode1" presStyleIdx="1" presStyleCnt="10"/>
      <dgm:spPr/>
    </dgm:pt>
    <dgm:pt modelId="{77DF01FA-A840-45B8-8B2E-C9A54643CCD1}" type="pres">
      <dgm:prSet presAssocID="{B60B373C-E699-4655-B3AD-A61E5AB02974}" presName="horz1" presStyleCnt="0"/>
      <dgm:spPr/>
    </dgm:pt>
    <dgm:pt modelId="{ACCBE23E-44F3-4544-BAA8-293C693F7299}" type="pres">
      <dgm:prSet presAssocID="{B60B373C-E699-4655-B3AD-A61E5AB02974}" presName="tx1" presStyleLbl="revTx" presStyleIdx="1" presStyleCnt="10"/>
      <dgm:spPr/>
    </dgm:pt>
    <dgm:pt modelId="{5A2CABCB-47E7-4269-9AB9-0A3EF0623B57}" type="pres">
      <dgm:prSet presAssocID="{B60B373C-E699-4655-B3AD-A61E5AB02974}" presName="vert1" presStyleCnt="0"/>
      <dgm:spPr/>
    </dgm:pt>
    <dgm:pt modelId="{B1028F7E-7B17-4FCE-A0D9-7519EB42839D}" type="pres">
      <dgm:prSet presAssocID="{8AA9468F-8DA9-40B4-8770-5268281D6CC1}" presName="thickLine" presStyleLbl="alignNode1" presStyleIdx="2" presStyleCnt="10"/>
      <dgm:spPr/>
    </dgm:pt>
    <dgm:pt modelId="{08E0058C-2679-42E5-99E9-31FD3F55853B}" type="pres">
      <dgm:prSet presAssocID="{8AA9468F-8DA9-40B4-8770-5268281D6CC1}" presName="horz1" presStyleCnt="0"/>
      <dgm:spPr/>
    </dgm:pt>
    <dgm:pt modelId="{BCA949D0-EA7D-4F02-8E39-9A88899C22D5}" type="pres">
      <dgm:prSet presAssocID="{8AA9468F-8DA9-40B4-8770-5268281D6CC1}" presName="tx1" presStyleLbl="revTx" presStyleIdx="2" presStyleCnt="10"/>
      <dgm:spPr/>
    </dgm:pt>
    <dgm:pt modelId="{C7A07D92-A7C6-42D6-8B95-D8E8DE5636B9}" type="pres">
      <dgm:prSet presAssocID="{8AA9468F-8DA9-40B4-8770-5268281D6CC1}" presName="vert1" presStyleCnt="0"/>
      <dgm:spPr/>
    </dgm:pt>
    <dgm:pt modelId="{2BF06166-D0A7-4B45-A455-E0C2331EC257}" type="pres">
      <dgm:prSet presAssocID="{CFC7F912-74E4-40A0-8D61-5CDCDA1C85CB}" presName="thickLine" presStyleLbl="alignNode1" presStyleIdx="3" presStyleCnt="10"/>
      <dgm:spPr/>
    </dgm:pt>
    <dgm:pt modelId="{9F901D46-729F-4F98-A0FE-371ABA0169B0}" type="pres">
      <dgm:prSet presAssocID="{CFC7F912-74E4-40A0-8D61-5CDCDA1C85CB}" presName="horz1" presStyleCnt="0"/>
      <dgm:spPr/>
    </dgm:pt>
    <dgm:pt modelId="{3790404D-9AF5-46F1-A390-BE7B7DA4D71F}" type="pres">
      <dgm:prSet presAssocID="{CFC7F912-74E4-40A0-8D61-5CDCDA1C85CB}" presName="tx1" presStyleLbl="revTx" presStyleIdx="3" presStyleCnt="10"/>
      <dgm:spPr/>
    </dgm:pt>
    <dgm:pt modelId="{826D0127-E8B6-4269-A843-C3AF4E596D6E}" type="pres">
      <dgm:prSet presAssocID="{CFC7F912-74E4-40A0-8D61-5CDCDA1C85CB}" presName="vert1" presStyleCnt="0"/>
      <dgm:spPr/>
    </dgm:pt>
    <dgm:pt modelId="{B70C8146-C707-4117-8C07-30376961795F}" type="pres">
      <dgm:prSet presAssocID="{30843AB0-3959-40EB-860E-6E789993A958}" presName="thickLine" presStyleLbl="alignNode1" presStyleIdx="4" presStyleCnt="10"/>
      <dgm:spPr/>
    </dgm:pt>
    <dgm:pt modelId="{828F7E4F-9D06-4A7C-87FB-873FDCF18C74}" type="pres">
      <dgm:prSet presAssocID="{30843AB0-3959-40EB-860E-6E789993A958}" presName="horz1" presStyleCnt="0"/>
      <dgm:spPr/>
    </dgm:pt>
    <dgm:pt modelId="{8E5DE481-7478-4A97-A60F-BBDB766F6497}" type="pres">
      <dgm:prSet presAssocID="{30843AB0-3959-40EB-860E-6E789993A958}" presName="tx1" presStyleLbl="revTx" presStyleIdx="4" presStyleCnt="10"/>
      <dgm:spPr/>
    </dgm:pt>
    <dgm:pt modelId="{C316F57D-538A-499A-A375-59E8CC03F1A2}" type="pres">
      <dgm:prSet presAssocID="{30843AB0-3959-40EB-860E-6E789993A958}" presName="vert1" presStyleCnt="0"/>
      <dgm:spPr/>
    </dgm:pt>
    <dgm:pt modelId="{07B0819E-A3E1-41F4-ACD7-F89613D8E652}" type="pres">
      <dgm:prSet presAssocID="{39D76E3A-6EE9-4339-B7B1-086423CE62B6}" presName="thickLine" presStyleLbl="alignNode1" presStyleIdx="5" presStyleCnt="10"/>
      <dgm:spPr/>
    </dgm:pt>
    <dgm:pt modelId="{63D9958E-EB8B-4695-BAEC-A55D7FF0CE13}" type="pres">
      <dgm:prSet presAssocID="{39D76E3A-6EE9-4339-B7B1-086423CE62B6}" presName="horz1" presStyleCnt="0"/>
      <dgm:spPr/>
    </dgm:pt>
    <dgm:pt modelId="{D9734DA2-5857-4890-8EE9-49CFC61B90B9}" type="pres">
      <dgm:prSet presAssocID="{39D76E3A-6EE9-4339-B7B1-086423CE62B6}" presName="tx1" presStyleLbl="revTx" presStyleIdx="5" presStyleCnt="10"/>
      <dgm:spPr/>
    </dgm:pt>
    <dgm:pt modelId="{EA1CDFF7-02CA-440F-B6C1-7D204E9815F7}" type="pres">
      <dgm:prSet presAssocID="{39D76E3A-6EE9-4339-B7B1-086423CE62B6}" presName="vert1" presStyleCnt="0"/>
      <dgm:spPr/>
    </dgm:pt>
    <dgm:pt modelId="{3217EAAA-C414-401C-AE71-096A3D19F82D}" type="pres">
      <dgm:prSet presAssocID="{820A1069-D432-405B-976B-2586D3B522A9}" presName="thickLine" presStyleLbl="alignNode1" presStyleIdx="6" presStyleCnt="10"/>
      <dgm:spPr/>
    </dgm:pt>
    <dgm:pt modelId="{F7C55084-E918-4EA8-AF37-0CEC30DBE386}" type="pres">
      <dgm:prSet presAssocID="{820A1069-D432-405B-976B-2586D3B522A9}" presName="horz1" presStyleCnt="0"/>
      <dgm:spPr/>
    </dgm:pt>
    <dgm:pt modelId="{E2A8726B-C88D-4FEE-A058-82795CD136F7}" type="pres">
      <dgm:prSet presAssocID="{820A1069-D432-405B-976B-2586D3B522A9}" presName="tx1" presStyleLbl="revTx" presStyleIdx="6" presStyleCnt="10"/>
      <dgm:spPr/>
    </dgm:pt>
    <dgm:pt modelId="{6145365C-9EFC-4F1C-94FB-FA6EDE26D6EC}" type="pres">
      <dgm:prSet presAssocID="{820A1069-D432-405B-976B-2586D3B522A9}" presName="vert1" presStyleCnt="0"/>
      <dgm:spPr/>
    </dgm:pt>
    <dgm:pt modelId="{69EB7B38-165B-4542-9A4E-C4AEE1931B5D}" type="pres">
      <dgm:prSet presAssocID="{46D4FCB6-E164-4111-9F0C-05A9324E8103}" presName="thickLine" presStyleLbl="alignNode1" presStyleIdx="7" presStyleCnt="10"/>
      <dgm:spPr/>
    </dgm:pt>
    <dgm:pt modelId="{B32ED11A-71A9-4048-936F-6CF8591A0EBB}" type="pres">
      <dgm:prSet presAssocID="{46D4FCB6-E164-4111-9F0C-05A9324E8103}" presName="horz1" presStyleCnt="0"/>
      <dgm:spPr/>
    </dgm:pt>
    <dgm:pt modelId="{E773E871-62E9-474E-88E8-3B03F6DF2BE0}" type="pres">
      <dgm:prSet presAssocID="{46D4FCB6-E164-4111-9F0C-05A9324E8103}" presName="tx1" presStyleLbl="revTx" presStyleIdx="7" presStyleCnt="10"/>
      <dgm:spPr/>
    </dgm:pt>
    <dgm:pt modelId="{08D00395-14A7-4C74-8A0C-6F7D2F564D22}" type="pres">
      <dgm:prSet presAssocID="{46D4FCB6-E164-4111-9F0C-05A9324E8103}" presName="vert1" presStyleCnt="0"/>
      <dgm:spPr/>
    </dgm:pt>
    <dgm:pt modelId="{2357AFC1-E6CD-4756-BD91-1CD887047B82}" type="pres">
      <dgm:prSet presAssocID="{445644D3-A68B-4C44-81D8-FB5F24FB2266}" presName="thickLine" presStyleLbl="alignNode1" presStyleIdx="8" presStyleCnt="10"/>
      <dgm:spPr/>
    </dgm:pt>
    <dgm:pt modelId="{B9B09C33-7A67-434B-988B-0D96C8CAD407}" type="pres">
      <dgm:prSet presAssocID="{445644D3-A68B-4C44-81D8-FB5F24FB2266}" presName="horz1" presStyleCnt="0"/>
      <dgm:spPr/>
    </dgm:pt>
    <dgm:pt modelId="{1F35E76D-657C-4B3E-B997-A74E9F80C95E}" type="pres">
      <dgm:prSet presAssocID="{445644D3-A68B-4C44-81D8-FB5F24FB2266}" presName="tx1" presStyleLbl="revTx" presStyleIdx="8" presStyleCnt="10"/>
      <dgm:spPr/>
    </dgm:pt>
    <dgm:pt modelId="{EB03195F-6817-4FB8-B5BC-2EA541CA5AA4}" type="pres">
      <dgm:prSet presAssocID="{445644D3-A68B-4C44-81D8-FB5F24FB2266}" presName="vert1" presStyleCnt="0"/>
      <dgm:spPr/>
    </dgm:pt>
    <dgm:pt modelId="{79FE77F4-8E7F-41A3-9C46-F039AF31840D}" type="pres">
      <dgm:prSet presAssocID="{EF2C00D1-E0A6-4AEA-9D06-37927B694A35}" presName="thickLine" presStyleLbl="alignNode1" presStyleIdx="9" presStyleCnt="10"/>
      <dgm:spPr/>
    </dgm:pt>
    <dgm:pt modelId="{A1A87683-E9F9-4964-97CC-554AC0BE4AED}" type="pres">
      <dgm:prSet presAssocID="{EF2C00D1-E0A6-4AEA-9D06-37927B694A35}" presName="horz1" presStyleCnt="0"/>
      <dgm:spPr/>
    </dgm:pt>
    <dgm:pt modelId="{F7A0DA8B-6E5D-4C66-8DBF-CE8FC82461EA}" type="pres">
      <dgm:prSet presAssocID="{EF2C00D1-E0A6-4AEA-9D06-37927B694A35}" presName="tx1" presStyleLbl="revTx" presStyleIdx="9" presStyleCnt="10"/>
      <dgm:spPr/>
    </dgm:pt>
    <dgm:pt modelId="{D71D348F-9DA6-44A5-9E13-30A6E7AE2D91}" type="pres">
      <dgm:prSet presAssocID="{EF2C00D1-E0A6-4AEA-9D06-37927B694A35}" presName="vert1" presStyleCnt="0"/>
      <dgm:spPr/>
    </dgm:pt>
  </dgm:ptLst>
  <dgm:cxnLst>
    <dgm:cxn modelId="{4ECA5802-EFF6-402E-8C91-20F177717ED6}" srcId="{C3FB5B72-615B-412F-9648-B5782F13C8B3}" destId="{8AA9468F-8DA9-40B4-8770-5268281D6CC1}" srcOrd="2" destOrd="0" parTransId="{AC351563-BC92-4438-B2AA-3BDAFB054F71}" sibTransId="{D7DEE3EB-0D20-4476-B79F-4BF732714D18}"/>
    <dgm:cxn modelId="{4F51B006-BFAE-4468-A1EA-CE57607ED2D6}" type="presOf" srcId="{CFC7F912-74E4-40A0-8D61-5CDCDA1C85CB}" destId="{3790404D-9AF5-46F1-A390-BE7B7DA4D71F}" srcOrd="0" destOrd="0" presId="urn:microsoft.com/office/officeart/2008/layout/LinedList"/>
    <dgm:cxn modelId="{4574210C-7F5F-4991-B654-D071686474FF}" srcId="{C3FB5B72-615B-412F-9648-B5782F13C8B3}" destId="{46D4FCB6-E164-4111-9F0C-05A9324E8103}" srcOrd="7" destOrd="0" parTransId="{885C31A8-63BB-43C9-8C4F-503DB82E4C2E}" sibTransId="{BBF210D7-A80D-4606-8DC5-8BD67EAE08E6}"/>
    <dgm:cxn modelId="{C93E4B0D-0A20-465A-90C0-8BF0D553525E}" srcId="{C3FB5B72-615B-412F-9648-B5782F13C8B3}" destId="{820A1069-D432-405B-976B-2586D3B522A9}" srcOrd="6" destOrd="0" parTransId="{EF099142-A78D-4E13-AADC-138D1327F3C3}" sibTransId="{08B6519D-60A4-4AF3-8A46-37D979DBB4DE}"/>
    <dgm:cxn modelId="{A7B8AB14-DF3D-4E64-AE21-871EB8972824}" srcId="{C3FB5B72-615B-412F-9648-B5782F13C8B3}" destId="{CFC7F912-74E4-40A0-8D61-5CDCDA1C85CB}" srcOrd="3" destOrd="0" parTransId="{5D504073-0B9F-4D79-B6D2-92B81467B57C}" sibTransId="{E04B1324-9751-4C42-B60C-A1AE09C31AF7}"/>
    <dgm:cxn modelId="{702B7C16-3C72-4332-8FB0-7DA077E55295}" srcId="{C3FB5B72-615B-412F-9648-B5782F13C8B3}" destId="{6188AB9F-338F-4DDD-8F6D-B81607B3F83A}" srcOrd="0" destOrd="0" parTransId="{9152C17C-D5EE-40F7-83BB-B68F54EBC9DE}" sibTransId="{581F9E6C-703F-428F-BF83-5D8854EE1CA9}"/>
    <dgm:cxn modelId="{86737822-7689-4E08-A1E8-768670ADAB61}" type="presOf" srcId="{46D4FCB6-E164-4111-9F0C-05A9324E8103}" destId="{E773E871-62E9-474E-88E8-3B03F6DF2BE0}" srcOrd="0" destOrd="0" presId="urn:microsoft.com/office/officeart/2008/layout/LinedList"/>
    <dgm:cxn modelId="{05459522-DC1A-40A2-BB14-5F2566E2091E}" type="presOf" srcId="{39D76E3A-6EE9-4339-B7B1-086423CE62B6}" destId="{D9734DA2-5857-4890-8EE9-49CFC61B90B9}" srcOrd="0" destOrd="0" presId="urn:microsoft.com/office/officeart/2008/layout/LinedList"/>
    <dgm:cxn modelId="{B423912F-D744-4998-AF46-6E170BD4C194}" type="presOf" srcId="{8AA9468F-8DA9-40B4-8770-5268281D6CC1}" destId="{BCA949D0-EA7D-4F02-8E39-9A88899C22D5}" srcOrd="0" destOrd="0" presId="urn:microsoft.com/office/officeart/2008/layout/LinedList"/>
    <dgm:cxn modelId="{7A910436-4891-43B3-82BA-D4E5C0B3BAEC}" type="presOf" srcId="{30843AB0-3959-40EB-860E-6E789993A958}" destId="{8E5DE481-7478-4A97-A60F-BBDB766F6497}" srcOrd="0" destOrd="0" presId="urn:microsoft.com/office/officeart/2008/layout/LinedList"/>
    <dgm:cxn modelId="{B2D56967-2411-4889-AA3B-A5C9DF979A17}" srcId="{C3FB5B72-615B-412F-9648-B5782F13C8B3}" destId="{30843AB0-3959-40EB-860E-6E789993A958}" srcOrd="4" destOrd="0" parTransId="{2D30B9D9-7ABE-45C6-9165-157A7B708849}" sibTransId="{C836BC32-9ACB-488A-8C0E-BAC81A5B963E}"/>
    <dgm:cxn modelId="{47CF3150-2925-4784-B99B-A442A3D90EC0}" srcId="{C3FB5B72-615B-412F-9648-B5782F13C8B3}" destId="{EF2C00D1-E0A6-4AEA-9D06-37927B694A35}" srcOrd="9" destOrd="0" parTransId="{792A119A-9C2E-4C23-B8BC-09CC6D35827D}" sibTransId="{8E597F8C-7FBE-4E1E-BEC0-2D4545A0AEBF}"/>
    <dgm:cxn modelId="{48507D54-BB81-4D9E-8A17-861DFD21199D}" type="presOf" srcId="{C3FB5B72-615B-412F-9648-B5782F13C8B3}" destId="{DE1C1566-A059-4BDD-A736-9CAC670879AE}" srcOrd="0" destOrd="0" presId="urn:microsoft.com/office/officeart/2008/layout/LinedList"/>
    <dgm:cxn modelId="{25C9227E-F815-4F22-9448-7DA80DA222A7}" type="presOf" srcId="{820A1069-D432-405B-976B-2586D3B522A9}" destId="{E2A8726B-C88D-4FEE-A058-82795CD136F7}" srcOrd="0" destOrd="0" presId="urn:microsoft.com/office/officeart/2008/layout/LinedList"/>
    <dgm:cxn modelId="{0BC0F089-C97D-4D2E-A9F9-15168887BCDD}" type="presOf" srcId="{EF2C00D1-E0A6-4AEA-9D06-37927B694A35}" destId="{F7A0DA8B-6E5D-4C66-8DBF-CE8FC82461EA}" srcOrd="0" destOrd="0" presId="urn:microsoft.com/office/officeart/2008/layout/LinedList"/>
    <dgm:cxn modelId="{8E3721C6-9C02-4F64-B4EE-DA63B437E718}" srcId="{C3FB5B72-615B-412F-9648-B5782F13C8B3}" destId="{39D76E3A-6EE9-4339-B7B1-086423CE62B6}" srcOrd="5" destOrd="0" parTransId="{7C95579D-F8B9-4D59-A366-A449828074F6}" sibTransId="{06639FB9-DFB0-4A38-B4C6-346D30A25CD5}"/>
    <dgm:cxn modelId="{3DB37EE0-C936-4697-8FEA-AD0D129C5D9E}" srcId="{C3FB5B72-615B-412F-9648-B5782F13C8B3}" destId="{B60B373C-E699-4655-B3AD-A61E5AB02974}" srcOrd="1" destOrd="0" parTransId="{2BA2FFDE-072A-49A8-9297-83A849C2EEF2}" sibTransId="{DB6EBA50-294D-4A30-B763-8A8A919A39E3}"/>
    <dgm:cxn modelId="{1D60D1E2-9DA5-4F60-8788-ECD96A6B9D4D}" type="presOf" srcId="{445644D3-A68B-4C44-81D8-FB5F24FB2266}" destId="{1F35E76D-657C-4B3E-B997-A74E9F80C95E}" srcOrd="0" destOrd="0" presId="urn:microsoft.com/office/officeart/2008/layout/LinedList"/>
    <dgm:cxn modelId="{B61B47ED-DD17-4149-B640-28C8CE9B016F}" type="presOf" srcId="{B60B373C-E699-4655-B3AD-A61E5AB02974}" destId="{ACCBE23E-44F3-4544-BAA8-293C693F7299}" srcOrd="0" destOrd="0" presId="urn:microsoft.com/office/officeart/2008/layout/LinedList"/>
    <dgm:cxn modelId="{D117FBED-04D3-43C7-8BA2-8B198C15FEC5}" srcId="{C3FB5B72-615B-412F-9648-B5782F13C8B3}" destId="{445644D3-A68B-4C44-81D8-FB5F24FB2266}" srcOrd="8" destOrd="0" parTransId="{0DDA4526-C221-46F2-809E-4437B5E26971}" sibTransId="{E52700FA-17D2-4C2F-A458-8FC4541A372E}"/>
    <dgm:cxn modelId="{43904DFA-0A62-4DBA-8CBF-DE6AC8D06D48}" type="presOf" srcId="{6188AB9F-338F-4DDD-8F6D-B81607B3F83A}" destId="{59B8D72F-E812-424F-A6F6-DC58CCEE837D}" srcOrd="0" destOrd="0" presId="urn:microsoft.com/office/officeart/2008/layout/LinedList"/>
    <dgm:cxn modelId="{4B0951A2-D57E-4C14-8604-6DBC757BC0E9}" type="presParOf" srcId="{DE1C1566-A059-4BDD-A736-9CAC670879AE}" destId="{4866043D-E6FA-4340-9234-3B8A6561DB28}" srcOrd="0" destOrd="0" presId="urn:microsoft.com/office/officeart/2008/layout/LinedList"/>
    <dgm:cxn modelId="{4BCD83F4-F51C-458E-B747-4873E2EEF754}" type="presParOf" srcId="{DE1C1566-A059-4BDD-A736-9CAC670879AE}" destId="{5D42CBBD-7AFB-4763-A08E-EA95A8A00FF7}" srcOrd="1" destOrd="0" presId="urn:microsoft.com/office/officeart/2008/layout/LinedList"/>
    <dgm:cxn modelId="{275967A5-8DA8-4C3D-8DC5-26E1F3067EA4}" type="presParOf" srcId="{5D42CBBD-7AFB-4763-A08E-EA95A8A00FF7}" destId="{59B8D72F-E812-424F-A6F6-DC58CCEE837D}" srcOrd="0" destOrd="0" presId="urn:microsoft.com/office/officeart/2008/layout/LinedList"/>
    <dgm:cxn modelId="{3BCC2211-1204-4523-9321-100A5366CA22}" type="presParOf" srcId="{5D42CBBD-7AFB-4763-A08E-EA95A8A00FF7}" destId="{8EDB82A3-9BEF-4B4F-A2F0-DC2CC31603A3}" srcOrd="1" destOrd="0" presId="urn:microsoft.com/office/officeart/2008/layout/LinedList"/>
    <dgm:cxn modelId="{6412887C-A4C0-4A8B-921C-0FC112005D17}" type="presParOf" srcId="{DE1C1566-A059-4BDD-A736-9CAC670879AE}" destId="{B32C760A-B099-4737-B6DD-73A22D2B5AE8}" srcOrd="2" destOrd="0" presId="urn:microsoft.com/office/officeart/2008/layout/LinedList"/>
    <dgm:cxn modelId="{D317E196-E5EE-4E48-B9D5-B783E8B0DBBD}" type="presParOf" srcId="{DE1C1566-A059-4BDD-A736-9CAC670879AE}" destId="{77DF01FA-A840-45B8-8B2E-C9A54643CCD1}" srcOrd="3" destOrd="0" presId="urn:microsoft.com/office/officeart/2008/layout/LinedList"/>
    <dgm:cxn modelId="{3B406385-052D-459F-8097-521928711AC2}" type="presParOf" srcId="{77DF01FA-A840-45B8-8B2E-C9A54643CCD1}" destId="{ACCBE23E-44F3-4544-BAA8-293C693F7299}" srcOrd="0" destOrd="0" presId="urn:microsoft.com/office/officeart/2008/layout/LinedList"/>
    <dgm:cxn modelId="{97070427-A3E6-449C-851F-E2A6B8EAA63B}" type="presParOf" srcId="{77DF01FA-A840-45B8-8B2E-C9A54643CCD1}" destId="{5A2CABCB-47E7-4269-9AB9-0A3EF0623B57}" srcOrd="1" destOrd="0" presId="urn:microsoft.com/office/officeart/2008/layout/LinedList"/>
    <dgm:cxn modelId="{D233BF7B-36CC-40D5-A346-D4B6CC3DAC2A}" type="presParOf" srcId="{DE1C1566-A059-4BDD-A736-9CAC670879AE}" destId="{B1028F7E-7B17-4FCE-A0D9-7519EB42839D}" srcOrd="4" destOrd="0" presId="urn:microsoft.com/office/officeart/2008/layout/LinedList"/>
    <dgm:cxn modelId="{38DDF8D4-7051-4B2E-B63C-5AEC00748D92}" type="presParOf" srcId="{DE1C1566-A059-4BDD-A736-9CAC670879AE}" destId="{08E0058C-2679-42E5-99E9-31FD3F55853B}" srcOrd="5" destOrd="0" presId="urn:microsoft.com/office/officeart/2008/layout/LinedList"/>
    <dgm:cxn modelId="{48FDE21C-8C27-4929-8E8C-7CE7CAF6D7A5}" type="presParOf" srcId="{08E0058C-2679-42E5-99E9-31FD3F55853B}" destId="{BCA949D0-EA7D-4F02-8E39-9A88899C22D5}" srcOrd="0" destOrd="0" presId="urn:microsoft.com/office/officeart/2008/layout/LinedList"/>
    <dgm:cxn modelId="{31D449CA-1F2F-4EEB-9E31-FEFB508C45A4}" type="presParOf" srcId="{08E0058C-2679-42E5-99E9-31FD3F55853B}" destId="{C7A07D92-A7C6-42D6-8B95-D8E8DE5636B9}" srcOrd="1" destOrd="0" presId="urn:microsoft.com/office/officeart/2008/layout/LinedList"/>
    <dgm:cxn modelId="{B6FFFB6D-04CA-47E9-BA94-4C3FF0A4DA29}" type="presParOf" srcId="{DE1C1566-A059-4BDD-A736-9CAC670879AE}" destId="{2BF06166-D0A7-4B45-A455-E0C2331EC257}" srcOrd="6" destOrd="0" presId="urn:microsoft.com/office/officeart/2008/layout/LinedList"/>
    <dgm:cxn modelId="{D155E5B4-C9E1-4764-87B6-E4368CBD147E}" type="presParOf" srcId="{DE1C1566-A059-4BDD-A736-9CAC670879AE}" destId="{9F901D46-729F-4F98-A0FE-371ABA0169B0}" srcOrd="7" destOrd="0" presId="urn:microsoft.com/office/officeart/2008/layout/LinedList"/>
    <dgm:cxn modelId="{94EE2DAB-4A64-4BF4-AE9B-D7BF1EBDE3DE}" type="presParOf" srcId="{9F901D46-729F-4F98-A0FE-371ABA0169B0}" destId="{3790404D-9AF5-46F1-A390-BE7B7DA4D71F}" srcOrd="0" destOrd="0" presId="urn:microsoft.com/office/officeart/2008/layout/LinedList"/>
    <dgm:cxn modelId="{0CF1B474-FC96-468F-9B5B-8C252DB6536C}" type="presParOf" srcId="{9F901D46-729F-4F98-A0FE-371ABA0169B0}" destId="{826D0127-E8B6-4269-A843-C3AF4E596D6E}" srcOrd="1" destOrd="0" presId="urn:microsoft.com/office/officeart/2008/layout/LinedList"/>
    <dgm:cxn modelId="{E943AA9F-1BF7-4D8F-AB30-ADD89C56FFE4}" type="presParOf" srcId="{DE1C1566-A059-4BDD-A736-9CAC670879AE}" destId="{B70C8146-C707-4117-8C07-30376961795F}" srcOrd="8" destOrd="0" presId="urn:microsoft.com/office/officeart/2008/layout/LinedList"/>
    <dgm:cxn modelId="{7C800D44-1FDF-431E-AB14-5ABA93A48C88}" type="presParOf" srcId="{DE1C1566-A059-4BDD-A736-9CAC670879AE}" destId="{828F7E4F-9D06-4A7C-87FB-873FDCF18C74}" srcOrd="9" destOrd="0" presId="urn:microsoft.com/office/officeart/2008/layout/LinedList"/>
    <dgm:cxn modelId="{36AB9E9C-E828-4D0C-97FB-8584D5C42FFD}" type="presParOf" srcId="{828F7E4F-9D06-4A7C-87FB-873FDCF18C74}" destId="{8E5DE481-7478-4A97-A60F-BBDB766F6497}" srcOrd="0" destOrd="0" presId="urn:microsoft.com/office/officeart/2008/layout/LinedList"/>
    <dgm:cxn modelId="{26AFC1B5-6DFA-4F06-9663-7860E2E19569}" type="presParOf" srcId="{828F7E4F-9D06-4A7C-87FB-873FDCF18C74}" destId="{C316F57D-538A-499A-A375-59E8CC03F1A2}" srcOrd="1" destOrd="0" presId="urn:microsoft.com/office/officeart/2008/layout/LinedList"/>
    <dgm:cxn modelId="{F69472DE-6DD6-49BE-BAA4-5F694812C006}" type="presParOf" srcId="{DE1C1566-A059-4BDD-A736-9CAC670879AE}" destId="{07B0819E-A3E1-41F4-ACD7-F89613D8E652}" srcOrd="10" destOrd="0" presId="urn:microsoft.com/office/officeart/2008/layout/LinedList"/>
    <dgm:cxn modelId="{F2B02D6D-7A2E-47CF-9F8C-9FE07A0B3E7A}" type="presParOf" srcId="{DE1C1566-A059-4BDD-A736-9CAC670879AE}" destId="{63D9958E-EB8B-4695-BAEC-A55D7FF0CE13}" srcOrd="11" destOrd="0" presId="urn:microsoft.com/office/officeart/2008/layout/LinedList"/>
    <dgm:cxn modelId="{C6609F26-E049-4A07-8892-9F25F9099A02}" type="presParOf" srcId="{63D9958E-EB8B-4695-BAEC-A55D7FF0CE13}" destId="{D9734DA2-5857-4890-8EE9-49CFC61B90B9}" srcOrd="0" destOrd="0" presId="urn:microsoft.com/office/officeart/2008/layout/LinedList"/>
    <dgm:cxn modelId="{274B0869-73D9-4EBE-8BA5-6B99B619BBE0}" type="presParOf" srcId="{63D9958E-EB8B-4695-BAEC-A55D7FF0CE13}" destId="{EA1CDFF7-02CA-440F-B6C1-7D204E9815F7}" srcOrd="1" destOrd="0" presId="urn:microsoft.com/office/officeart/2008/layout/LinedList"/>
    <dgm:cxn modelId="{3351AABF-6563-44A2-9A0E-3C709400424D}" type="presParOf" srcId="{DE1C1566-A059-4BDD-A736-9CAC670879AE}" destId="{3217EAAA-C414-401C-AE71-096A3D19F82D}" srcOrd="12" destOrd="0" presId="urn:microsoft.com/office/officeart/2008/layout/LinedList"/>
    <dgm:cxn modelId="{71199AF5-D360-4E5D-8BBE-D3934D8DA0E0}" type="presParOf" srcId="{DE1C1566-A059-4BDD-A736-9CAC670879AE}" destId="{F7C55084-E918-4EA8-AF37-0CEC30DBE386}" srcOrd="13" destOrd="0" presId="urn:microsoft.com/office/officeart/2008/layout/LinedList"/>
    <dgm:cxn modelId="{8804A188-4E99-4AE9-BBAC-D3CD7C3AA8A7}" type="presParOf" srcId="{F7C55084-E918-4EA8-AF37-0CEC30DBE386}" destId="{E2A8726B-C88D-4FEE-A058-82795CD136F7}" srcOrd="0" destOrd="0" presId="urn:microsoft.com/office/officeart/2008/layout/LinedList"/>
    <dgm:cxn modelId="{C5D9653E-2531-472F-B1A7-D5B28D0F2FB4}" type="presParOf" srcId="{F7C55084-E918-4EA8-AF37-0CEC30DBE386}" destId="{6145365C-9EFC-4F1C-94FB-FA6EDE26D6EC}" srcOrd="1" destOrd="0" presId="urn:microsoft.com/office/officeart/2008/layout/LinedList"/>
    <dgm:cxn modelId="{1E1D801D-B835-4D69-90A4-59F65C4CF079}" type="presParOf" srcId="{DE1C1566-A059-4BDD-A736-9CAC670879AE}" destId="{69EB7B38-165B-4542-9A4E-C4AEE1931B5D}" srcOrd="14" destOrd="0" presId="urn:microsoft.com/office/officeart/2008/layout/LinedList"/>
    <dgm:cxn modelId="{F7550E8C-7C24-4BCC-A970-4C6753A20AD6}" type="presParOf" srcId="{DE1C1566-A059-4BDD-A736-9CAC670879AE}" destId="{B32ED11A-71A9-4048-936F-6CF8591A0EBB}" srcOrd="15" destOrd="0" presId="urn:microsoft.com/office/officeart/2008/layout/LinedList"/>
    <dgm:cxn modelId="{9E99C318-33F4-4C71-9468-93F05A8769FA}" type="presParOf" srcId="{B32ED11A-71A9-4048-936F-6CF8591A0EBB}" destId="{E773E871-62E9-474E-88E8-3B03F6DF2BE0}" srcOrd="0" destOrd="0" presId="urn:microsoft.com/office/officeart/2008/layout/LinedList"/>
    <dgm:cxn modelId="{FD205CB8-78EF-4A4B-9A7E-99CB46C396D6}" type="presParOf" srcId="{B32ED11A-71A9-4048-936F-6CF8591A0EBB}" destId="{08D00395-14A7-4C74-8A0C-6F7D2F564D22}" srcOrd="1" destOrd="0" presId="urn:microsoft.com/office/officeart/2008/layout/LinedList"/>
    <dgm:cxn modelId="{48125775-FC76-4E77-A94B-DCB8DCD47A55}" type="presParOf" srcId="{DE1C1566-A059-4BDD-A736-9CAC670879AE}" destId="{2357AFC1-E6CD-4756-BD91-1CD887047B82}" srcOrd="16" destOrd="0" presId="urn:microsoft.com/office/officeart/2008/layout/LinedList"/>
    <dgm:cxn modelId="{D8EC5689-58B3-4417-8737-95238828E29C}" type="presParOf" srcId="{DE1C1566-A059-4BDD-A736-9CAC670879AE}" destId="{B9B09C33-7A67-434B-988B-0D96C8CAD407}" srcOrd="17" destOrd="0" presId="urn:microsoft.com/office/officeart/2008/layout/LinedList"/>
    <dgm:cxn modelId="{CD531E39-91B0-415C-AA35-354D1A6C6F47}" type="presParOf" srcId="{B9B09C33-7A67-434B-988B-0D96C8CAD407}" destId="{1F35E76D-657C-4B3E-B997-A74E9F80C95E}" srcOrd="0" destOrd="0" presId="urn:microsoft.com/office/officeart/2008/layout/LinedList"/>
    <dgm:cxn modelId="{5D53A536-02DF-43E3-B44A-DA6A9FD79CBE}" type="presParOf" srcId="{B9B09C33-7A67-434B-988B-0D96C8CAD407}" destId="{EB03195F-6817-4FB8-B5BC-2EA541CA5AA4}" srcOrd="1" destOrd="0" presId="urn:microsoft.com/office/officeart/2008/layout/LinedList"/>
    <dgm:cxn modelId="{3232692E-A5B9-4368-89ED-3830D562A2EC}" type="presParOf" srcId="{DE1C1566-A059-4BDD-A736-9CAC670879AE}" destId="{79FE77F4-8E7F-41A3-9C46-F039AF31840D}" srcOrd="18" destOrd="0" presId="urn:microsoft.com/office/officeart/2008/layout/LinedList"/>
    <dgm:cxn modelId="{C5AAE562-EDA5-4142-8C44-96F91C8A562B}" type="presParOf" srcId="{DE1C1566-A059-4BDD-A736-9CAC670879AE}" destId="{A1A87683-E9F9-4964-97CC-554AC0BE4AED}" srcOrd="19" destOrd="0" presId="urn:microsoft.com/office/officeart/2008/layout/LinedList"/>
    <dgm:cxn modelId="{1CCAAB91-443B-4496-A585-995C0C90B777}" type="presParOf" srcId="{A1A87683-E9F9-4964-97CC-554AC0BE4AED}" destId="{F7A0DA8B-6E5D-4C66-8DBF-CE8FC82461EA}" srcOrd="0" destOrd="0" presId="urn:microsoft.com/office/officeart/2008/layout/LinedList"/>
    <dgm:cxn modelId="{1C15B41F-1031-4B59-88F6-B22A6503397F}" type="presParOf" srcId="{A1A87683-E9F9-4964-97CC-554AC0BE4AED}" destId="{D71D348F-9DA6-44A5-9E13-30A6E7AE2D9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E843C0-8AD0-4F32-BA7D-9FF34C51644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CA446A-8FA4-4907-814C-61A2B3A1C0A7}">
      <dgm:prSet/>
      <dgm:spPr/>
      <dgm:t>
        <a:bodyPr/>
        <a:lstStyle/>
        <a:p>
          <a:r>
            <a:rPr lang="en-US" b="1"/>
            <a:t>Technical Enhancements:</a:t>
          </a:r>
          <a:endParaRPr lang="en-US"/>
        </a:p>
      </dgm:t>
    </dgm:pt>
    <dgm:pt modelId="{D23F5E26-837D-4711-A006-CE4FBDAEF157}" type="parTrans" cxnId="{607E4037-9A13-4C70-A897-4CE64FDBB1CA}">
      <dgm:prSet/>
      <dgm:spPr/>
      <dgm:t>
        <a:bodyPr/>
        <a:lstStyle/>
        <a:p>
          <a:endParaRPr lang="en-US"/>
        </a:p>
      </dgm:t>
    </dgm:pt>
    <dgm:pt modelId="{4407B8C9-4504-47C0-A979-71C66ED53DFD}" type="sibTrans" cxnId="{607E4037-9A13-4C70-A897-4CE64FDBB1CA}">
      <dgm:prSet/>
      <dgm:spPr/>
      <dgm:t>
        <a:bodyPr/>
        <a:lstStyle/>
        <a:p>
          <a:endParaRPr lang="en-US"/>
        </a:p>
      </dgm:t>
    </dgm:pt>
    <dgm:pt modelId="{24D32631-FEB8-4809-8C1A-7216BEF432D6}">
      <dgm:prSet/>
      <dgm:spPr/>
      <dgm:t>
        <a:bodyPr/>
        <a:lstStyle/>
        <a:p>
          <a:r>
            <a:rPr lang="en-US"/>
            <a:t>Deep Learning: Neural networks for complex patterns</a:t>
          </a:r>
        </a:p>
      </dgm:t>
    </dgm:pt>
    <dgm:pt modelId="{6120A1E8-79BD-4DE5-93BE-AC4068C93308}" type="parTrans" cxnId="{9AE55F25-7BD1-4B9D-A00C-678F3F0D73FB}">
      <dgm:prSet/>
      <dgm:spPr/>
      <dgm:t>
        <a:bodyPr/>
        <a:lstStyle/>
        <a:p>
          <a:endParaRPr lang="en-US"/>
        </a:p>
      </dgm:t>
    </dgm:pt>
    <dgm:pt modelId="{20E4E44F-1BF0-438B-8F29-07CA3D5AE0BB}" type="sibTrans" cxnId="{9AE55F25-7BD1-4B9D-A00C-678F3F0D73FB}">
      <dgm:prSet/>
      <dgm:spPr/>
      <dgm:t>
        <a:bodyPr/>
        <a:lstStyle/>
        <a:p>
          <a:endParaRPr lang="en-US"/>
        </a:p>
      </dgm:t>
    </dgm:pt>
    <dgm:pt modelId="{E972BC0D-9501-4D9C-BBD4-18BB7D449334}">
      <dgm:prSet/>
      <dgm:spPr/>
      <dgm:t>
        <a:bodyPr/>
        <a:lstStyle/>
        <a:p>
          <a:r>
            <a:rPr lang="en-US"/>
            <a:t>Streaming Analytics: Real-time churn scoring with Spark Streaming</a:t>
          </a:r>
        </a:p>
      </dgm:t>
    </dgm:pt>
    <dgm:pt modelId="{0B5E014A-083C-402E-BB00-38EB0A56AD35}" type="parTrans" cxnId="{D2EE6AA1-AAE5-40BF-BF72-25D2B9F6018B}">
      <dgm:prSet/>
      <dgm:spPr/>
      <dgm:t>
        <a:bodyPr/>
        <a:lstStyle/>
        <a:p>
          <a:endParaRPr lang="en-US"/>
        </a:p>
      </dgm:t>
    </dgm:pt>
    <dgm:pt modelId="{EB8CC550-EECA-4B4C-A975-CDFD3C3570F7}" type="sibTrans" cxnId="{D2EE6AA1-AAE5-40BF-BF72-25D2B9F6018B}">
      <dgm:prSet/>
      <dgm:spPr/>
      <dgm:t>
        <a:bodyPr/>
        <a:lstStyle/>
        <a:p>
          <a:endParaRPr lang="en-US"/>
        </a:p>
      </dgm:t>
    </dgm:pt>
    <dgm:pt modelId="{C78A95EA-68A7-44D2-A4AF-E0AAE4C60DD8}">
      <dgm:prSet/>
      <dgm:spPr/>
      <dgm:t>
        <a:bodyPr/>
        <a:lstStyle/>
        <a:p>
          <a:r>
            <a:rPr lang="en-US"/>
            <a:t>Ensemble Methods: Advanced model combinations</a:t>
          </a:r>
        </a:p>
      </dgm:t>
    </dgm:pt>
    <dgm:pt modelId="{99B5CE1B-CB0E-434B-92F1-FE690DEA31FD}" type="parTrans" cxnId="{A91E1B74-D79E-461F-9920-E7E3BE8D6B68}">
      <dgm:prSet/>
      <dgm:spPr/>
      <dgm:t>
        <a:bodyPr/>
        <a:lstStyle/>
        <a:p>
          <a:endParaRPr lang="en-US"/>
        </a:p>
      </dgm:t>
    </dgm:pt>
    <dgm:pt modelId="{C351C72A-3506-427D-9427-FAE4CBB89A30}" type="sibTrans" cxnId="{A91E1B74-D79E-461F-9920-E7E3BE8D6B68}">
      <dgm:prSet/>
      <dgm:spPr/>
      <dgm:t>
        <a:bodyPr/>
        <a:lstStyle/>
        <a:p>
          <a:endParaRPr lang="en-US"/>
        </a:p>
      </dgm:t>
    </dgm:pt>
    <dgm:pt modelId="{6FE8E71B-072E-40FB-BA71-325B3E04E06C}">
      <dgm:prSet/>
      <dgm:spPr/>
      <dgm:t>
        <a:bodyPr/>
        <a:lstStyle/>
        <a:p>
          <a:r>
            <a:rPr lang="en-US"/>
            <a:t>AutoML: Automated feature engineering and model selection</a:t>
          </a:r>
        </a:p>
      </dgm:t>
    </dgm:pt>
    <dgm:pt modelId="{F4013C78-5266-415E-82AD-39CA42A6F05F}" type="parTrans" cxnId="{AB70B2C1-99AD-497C-9A44-8778A4992776}">
      <dgm:prSet/>
      <dgm:spPr/>
      <dgm:t>
        <a:bodyPr/>
        <a:lstStyle/>
        <a:p>
          <a:endParaRPr lang="en-US"/>
        </a:p>
      </dgm:t>
    </dgm:pt>
    <dgm:pt modelId="{5A01A39A-ED2D-4054-AE29-95086ACD4EE9}" type="sibTrans" cxnId="{AB70B2C1-99AD-497C-9A44-8778A4992776}">
      <dgm:prSet/>
      <dgm:spPr/>
      <dgm:t>
        <a:bodyPr/>
        <a:lstStyle/>
        <a:p>
          <a:endParaRPr lang="en-US"/>
        </a:p>
      </dgm:t>
    </dgm:pt>
    <dgm:pt modelId="{F6B263F2-1F24-4ACF-912C-857FC5ACBD24}">
      <dgm:prSet/>
      <dgm:spPr/>
      <dgm:t>
        <a:bodyPr/>
        <a:lstStyle/>
        <a:p>
          <a:r>
            <a:rPr lang="en-US" b="1"/>
            <a:t>Data Integration:</a:t>
          </a:r>
          <a:endParaRPr lang="en-US"/>
        </a:p>
      </dgm:t>
    </dgm:pt>
    <dgm:pt modelId="{3CBF145E-3BBA-443A-977D-D68A647B400E}" type="parTrans" cxnId="{35CF24ED-BC13-4958-8CBA-36AB7021711A}">
      <dgm:prSet/>
      <dgm:spPr/>
      <dgm:t>
        <a:bodyPr/>
        <a:lstStyle/>
        <a:p>
          <a:endParaRPr lang="en-US"/>
        </a:p>
      </dgm:t>
    </dgm:pt>
    <dgm:pt modelId="{49AEA78C-FB10-4FB0-A158-B64D93A5AE06}" type="sibTrans" cxnId="{35CF24ED-BC13-4958-8CBA-36AB7021711A}">
      <dgm:prSet/>
      <dgm:spPr/>
      <dgm:t>
        <a:bodyPr/>
        <a:lstStyle/>
        <a:p>
          <a:endParaRPr lang="en-US"/>
        </a:p>
      </dgm:t>
    </dgm:pt>
    <dgm:pt modelId="{B38235D0-8951-46C2-8E8D-208D88E7AD7D}">
      <dgm:prSet/>
      <dgm:spPr/>
      <dgm:t>
        <a:bodyPr/>
        <a:lstStyle/>
        <a:p>
          <a:r>
            <a:rPr lang="en-US"/>
            <a:t>External Data: Economic indicators, competitive analysis</a:t>
          </a:r>
        </a:p>
      </dgm:t>
    </dgm:pt>
    <dgm:pt modelId="{38201146-0812-4DC7-9C1B-1FB549A5B406}" type="parTrans" cxnId="{702E59C9-4113-41EF-9DEE-49C9935AD84A}">
      <dgm:prSet/>
      <dgm:spPr/>
      <dgm:t>
        <a:bodyPr/>
        <a:lstStyle/>
        <a:p>
          <a:endParaRPr lang="en-US"/>
        </a:p>
      </dgm:t>
    </dgm:pt>
    <dgm:pt modelId="{F9E8C25F-2123-41E6-98B4-57D6D10A6BD8}" type="sibTrans" cxnId="{702E59C9-4113-41EF-9DEE-49C9935AD84A}">
      <dgm:prSet/>
      <dgm:spPr/>
      <dgm:t>
        <a:bodyPr/>
        <a:lstStyle/>
        <a:p>
          <a:endParaRPr lang="en-US"/>
        </a:p>
      </dgm:t>
    </dgm:pt>
    <dgm:pt modelId="{0429EF88-4A5F-4A3D-BB33-68ED073F7140}">
      <dgm:prSet/>
      <dgm:spPr/>
      <dgm:t>
        <a:bodyPr/>
        <a:lstStyle/>
        <a:p>
          <a:r>
            <a:rPr lang="en-US"/>
            <a:t>Social Networks: Customer referral patterns</a:t>
          </a:r>
        </a:p>
      </dgm:t>
    </dgm:pt>
    <dgm:pt modelId="{D5A0B166-FDA7-4CFE-842E-BAA7149AADFB}" type="parTrans" cxnId="{35D14816-99B3-4389-895C-D3206F60A05D}">
      <dgm:prSet/>
      <dgm:spPr/>
      <dgm:t>
        <a:bodyPr/>
        <a:lstStyle/>
        <a:p>
          <a:endParaRPr lang="en-US"/>
        </a:p>
      </dgm:t>
    </dgm:pt>
    <dgm:pt modelId="{607CF3B5-702A-4422-A09F-B9A46B2A614D}" type="sibTrans" cxnId="{35D14816-99B3-4389-895C-D3206F60A05D}">
      <dgm:prSet/>
      <dgm:spPr/>
      <dgm:t>
        <a:bodyPr/>
        <a:lstStyle/>
        <a:p>
          <a:endParaRPr lang="en-US"/>
        </a:p>
      </dgm:t>
    </dgm:pt>
    <dgm:pt modelId="{E513685D-F70F-4B4A-AADA-3174630D64B5}">
      <dgm:prSet/>
      <dgm:spPr/>
      <dgm:t>
        <a:bodyPr/>
        <a:lstStyle/>
        <a:p>
          <a:r>
            <a:rPr lang="en-US"/>
            <a:t>Text Analysis: Customer service interactions and sentiment</a:t>
          </a:r>
        </a:p>
      </dgm:t>
    </dgm:pt>
    <dgm:pt modelId="{EA6770A2-CCD8-4AA2-9AC1-1E1A60F899AF}" type="parTrans" cxnId="{CBCCFE9D-456F-425F-851D-78FF78F07FBB}">
      <dgm:prSet/>
      <dgm:spPr/>
      <dgm:t>
        <a:bodyPr/>
        <a:lstStyle/>
        <a:p>
          <a:endParaRPr lang="en-US"/>
        </a:p>
      </dgm:t>
    </dgm:pt>
    <dgm:pt modelId="{8574EB47-F569-4035-AB29-9E9A1D310459}" type="sibTrans" cxnId="{CBCCFE9D-456F-425F-851D-78FF78F07FBB}">
      <dgm:prSet/>
      <dgm:spPr/>
      <dgm:t>
        <a:bodyPr/>
        <a:lstStyle/>
        <a:p>
          <a:endParaRPr lang="en-US"/>
        </a:p>
      </dgm:t>
    </dgm:pt>
    <dgm:pt modelId="{F4A6EF23-19A3-4703-935B-18A585AB9F92}">
      <dgm:prSet/>
      <dgm:spPr/>
      <dgm:t>
        <a:bodyPr/>
        <a:lstStyle/>
        <a:p>
          <a:r>
            <a:rPr lang="en-US"/>
            <a:t>IoT Data: Usage behavior patterns and service quality metrics</a:t>
          </a:r>
        </a:p>
      </dgm:t>
    </dgm:pt>
    <dgm:pt modelId="{4227014B-64EA-4F66-BAF1-BD0052658745}" type="parTrans" cxnId="{ABB6A64B-5A44-42BF-A006-0791E5EE1A4D}">
      <dgm:prSet/>
      <dgm:spPr/>
      <dgm:t>
        <a:bodyPr/>
        <a:lstStyle/>
        <a:p>
          <a:endParaRPr lang="en-US"/>
        </a:p>
      </dgm:t>
    </dgm:pt>
    <dgm:pt modelId="{364A616D-F832-493D-A072-FF7A19670685}" type="sibTrans" cxnId="{ABB6A64B-5A44-42BF-A006-0791E5EE1A4D}">
      <dgm:prSet/>
      <dgm:spPr/>
      <dgm:t>
        <a:bodyPr/>
        <a:lstStyle/>
        <a:p>
          <a:endParaRPr lang="en-US"/>
        </a:p>
      </dgm:t>
    </dgm:pt>
    <dgm:pt modelId="{441886A2-9DEE-4403-AD47-E65A5EF0DCDE}">
      <dgm:prSet/>
      <dgm:spPr/>
      <dgm:t>
        <a:bodyPr/>
        <a:lstStyle/>
        <a:p>
          <a:r>
            <a:rPr lang="en-US" b="1"/>
            <a:t>Business Applications:</a:t>
          </a:r>
          <a:endParaRPr lang="en-US"/>
        </a:p>
      </dgm:t>
    </dgm:pt>
    <dgm:pt modelId="{20838756-ADE0-4E82-91A8-6710E5D2D8E0}" type="parTrans" cxnId="{612BAC46-47AC-4193-ACEF-861127E3C582}">
      <dgm:prSet/>
      <dgm:spPr/>
      <dgm:t>
        <a:bodyPr/>
        <a:lstStyle/>
        <a:p>
          <a:endParaRPr lang="en-US"/>
        </a:p>
      </dgm:t>
    </dgm:pt>
    <dgm:pt modelId="{CB5964F6-2FA3-4B96-A272-E6502BA66CC8}" type="sibTrans" cxnId="{612BAC46-47AC-4193-ACEF-861127E3C582}">
      <dgm:prSet/>
      <dgm:spPr/>
      <dgm:t>
        <a:bodyPr/>
        <a:lstStyle/>
        <a:p>
          <a:endParaRPr lang="en-US"/>
        </a:p>
      </dgm:t>
    </dgm:pt>
    <dgm:pt modelId="{46F7C55E-BF88-40C5-8DE8-FFDB4C767D20}">
      <dgm:prSet/>
      <dgm:spPr/>
      <dgm:t>
        <a:bodyPr/>
        <a:lstStyle/>
        <a:p>
          <a:r>
            <a:rPr lang="en-US"/>
            <a:t>Cost-Sensitive Learning: Customer lifetime value integration</a:t>
          </a:r>
        </a:p>
      </dgm:t>
    </dgm:pt>
    <dgm:pt modelId="{9D25ED6B-9951-4B76-8F12-5CB79AFEC9B0}" type="parTrans" cxnId="{4B6D7CE7-E04F-4C43-938F-C841CECE4F49}">
      <dgm:prSet/>
      <dgm:spPr/>
      <dgm:t>
        <a:bodyPr/>
        <a:lstStyle/>
        <a:p>
          <a:endParaRPr lang="en-US"/>
        </a:p>
      </dgm:t>
    </dgm:pt>
    <dgm:pt modelId="{86300ED3-AA2C-483D-A60B-6FB859CF5AA1}" type="sibTrans" cxnId="{4B6D7CE7-E04F-4C43-938F-C841CECE4F49}">
      <dgm:prSet/>
      <dgm:spPr/>
      <dgm:t>
        <a:bodyPr/>
        <a:lstStyle/>
        <a:p>
          <a:endParaRPr lang="en-US"/>
        </a:p>
      </dgm:t>
    </dgm:pt>
    <dgm:pt modelId="{52FF6811-39E8-4AB1-902F-055F54282E9B}">
      <dgm:prSet/>
      <dgm:spPr/>
      <dgm:t>
        <a:bodyPr/>
        <a:lstStyle/>
        <a:p>
          <a:r>
            <a:rPr lang="en-US"/>
            <a:t>Personalized Retention: Individual strategy optimization based on risk factors</a:t>
          </a:r>
        </a:p>
      </dgm:t>
    </dgm:pt>
    <dgm:pt modelId="{60F7C1FF-0CEF-4273-9297-791899B7E931}" type="parTrans" cxnId="{1686F436-81A2-40E8-9CDB-5CBDC9A79142}">
      <dgm:prSet/>
      <dgm:spPr/>
      <dgm:t>
        <a:bodyPr/>
        <a:lstStyle/>
        <a:p>
          <a:endParaRPr lang="en-US"/>
        </a:p>
      </dgm:t>
    </dgm:pt>
    <dgm:pt modelId="{25905C45-4B0F-4973-A9D0-D6739949D1D5}" type="sibTrans" cxnId="{1686F436-81A2-40E8-9CDB-5CBDC9A79142}">
      <dgm:prSet/>
      <dgm:spPr/>
      <dgm:t>
        <a:bodyPr/>
        <a:lstStyle/>
        <a:p>
          <a:endParaRPr lang="en-US"/>
        </a:p>
      </dgm:t>
    </dgm:pt>
    <dgm:pt modelId="{B9612328-4E38-4A52-8AAA-940C601A493F}">
      <dgm:prSet/>
      <dgm:spPr/>
      <dgm:t>
        <a:bodyPr/>
        <a:lstStyle/>
        <a:p>
          <a:r>
            <a:rPr lang="en-US"/>
            <a:t>A/B Testing: Systematic retention strategy testing framework</a:t>
          </a:r>
        </a:p>
      </dgm:t>
    </dgm:pt>
    <dgm:pt modelId="{65168B25-3361-441E-9A2A-C30DE38ADB6A}" type="parTrans" cxnId="{0034C5A9-2846-4638-9C9F-DE4DB4068BE8}">
      <dgm:prSet/>
      <dgm:spPr/>
      <dgm:t>
        <a:bodyPr/>
        <a:lstStyle/>
        <a:p>
          <a:endParaRPr lang="en-US"/>
        </a:p>
      </dgm:t>
    </dgm:pt>
    <dgm:pt modelId="{6FFCAC56-8645-4C3B-86A7-ACCD1385156F}" type="sibTrans" cxnId="{0034C5A9-2846-4638-9C9F-DE4DB4068BE8}">
      <dgm:prSet/>
      <dgm:spPr/>
      <dgm:t>
        <a:bodyPr/>
        <a:lstStyle/>
        <a:p>
          <a:endParaRPr lang="en-US"/>
        </a:p>
      </dgm:t>
    </dgm:pt>
    <dgm:pt modelId="{2551B90C-D9D8-4012-A118-8D257EE7E108}">
      <dgm:prSet/>
      <dgm:spPr/>
      <dgm:t>
        <a:bodyPr/>
        <a:lstStyle/>
        <a:p>
          <a:r>
            <a:rPr lang="en-US"/>
            <a:t>Multi-Channel Analysis: Cross-platform behavior analysis</a:t>
          </a:r>
        </a:p>
      </dgm:t>
    </dgm:pt>
    <dgm:pt modelId="{5F809B41-17AB-40A3-A768-E53F7DE3E1B8}" type="parTrans" cxnId="{2689922E-75C1-44D6-BCCF-25CC93909452}">
      <dgm:prSet/>
      <dgm:spPr/>
      <dgm:t>
        <a:bodyPr/>
        <a:lstStyle/>
        <a:p>
          <a:endParaRPr lang="en-US"/>
        </a:p>
      </dgm:t>
    </dgm:pt>
    <dgm:pt modelId="{380C2CDF-75B8-4DCD-8EEE-AAEA471D7A5E}" type="sibTrans" cxnId="{2689922E-75C1-44D6-BCCF-25CC93909452}">
      <dgm:prSet/>
      <dgm:spPr/>
      <dgm:t>
        <a:bodyPr/>
        <a:lstStyle/>
        <a:p>
          <a:endParaRPr lang="en-US"/>
        </a:p>
      </dgm:t>
    </dgm:pt>
    <dgm:pt modelId="{84D0C9F5-2E1F-4591-924C-74BA506E7C24}" type="pres">
      <dgm:prSet presAssocID="{83E843C0-8AD0-4F32-BA7D-9FF34C516443}" presName="Name0" presStyleCnt="0">
        <dgm:presLayoutVars>
          <dgm:dir/>
          <dgm:resizeHandles val="exact"/>
        </dgm:presLayoutVars>
      </dgm:prSet>
      <dgm:spPr/>
    </dgm:pt>
    <dgm:pt modelId="{591A50EA-2C45-4909-BA1A-7827085AAF3C}" type="pres">
      <dgm:prSet presAssocID="{07CA446A-8FA4-4907-814C-61A2B3A1C0A7}" presName="node" presStyleLbl="node1" presStyleIdx="0" presStyleCnt="15">
        <dgm:presLayoutVars>
          <dgm:bulletEnabled val="1"/>
        </dgm:presLayoutVars>
      </dgm:prSet>
      <dgm:spPr/>
    </dgm:pt>
    <dgm:pt modelId="{D75B9E2B-ADF4-450F-8690-371E786F106D}" type="pres">
      <dgm:prSet presAssocID="{4407B8C9-4504-47C0-A979-71C66ED53DFD}" presName="sibTrans" presStyleLbl="sibTrans1D1" presStyleIdx="0" presStyleCnt="14"/>
      <dgm:spPr/>
    </dgm:pt>
    <dgm:pt modelId="{757B5E1F-10E2-406A-A835-C78B7EC7022D}" type="pres">
      <dgm:prSet presAssocID="{4407B8C9-4504-47C0-A979-71C66ED53DFD}" presName="connectorText" presStyleLbl="sibTrans1D1" presStyleIdx="0" presStyleCnt="14"/>
      <dgm:spPr/>
    </dgm:pt>
    <dgm:pt modelId="{DBCC8557-9388-47C4-B180-9A9C852FE7BE}" type="pres">
      <dgm:prSet presAssocID="{24D32631-FEB8-4809-8C1A-7216BEF432D6}" presName="node" presStyleLbl="node1" presStyleIdx="1" presStyleCnt="15">
        <dgm:presLayoutVars>
          <dgm:bulletEnabled val="1"/>
        </dgm:presLayoutVars>
      </dgm:prSet>
      <dgm:spPr/>
    </dgm:pt>
    <dgm:pt modelId="{7B0237C1-A042-4DA0-9057-FD519B999F9D}" type="pres">
      <dgm:prSet presAssocID="{20E4E44F-1BF0-438B-8F29-07CA3D5AE0BB}" presName="sibTrans" presStyleLbl="sibTrans1D1" presStyleIdx="1" presStyleCnt="14"/>
      <dgm:spPr/>
    </dgm:pt>
    <dgm:pt modelId="{77F85A47-A557-44E8-9706-C90AB134461C}" type="pres">
      <dgm:prSet presAssocID="{20E4E44F-1BF0-438B-8F29-07CA3D5AE0BB}" presName="connectorText" presStyleLbl="sibTrans1D1" presStyleIdx="1" presStyleCnt="14"/>
      <dgm:spPr/>
    </dgm:pt>
    <dgm:pt modelId="{BD2FAD77-AABE-4DA8-A238-D7F71B1F307C}" type="pres">
      <dgm:prSet presAssocID="{E972BC0D-9501-4D9C-BBD4-18BB7D449334}" presName="node" presStyleLbl="node1" presStyleIdx="2" presStyleCnt="15">
        <dgm:presLayoutVars>
          <dgm:bulletEnabled val="1"/>
        </dgm:presLayoutVars>
      </dgm:prSet>
      <dgm:spPr/>
    </dgm:pt>
    <dgm:pt modelId="{F97A5F59-DE16-4354-B697-86FCEBEA722F}" type="pres">
      <dgm:prSet presAssocID="{EB8CC550-EECA-4B4C-A975-CDFD3C3570F7}" presName="sibTrans" presStyleLbl="sibTrans1D1" presStyleIdx="2" presStyleCnt="14"/>
      <dgm:spPr/>
    </dgm:pt>
    <dgm:pt modelId="{8E4960B6-3798-4DAB-8A41-7EE26855E708}" type="pres">
      <dgm:prSet presAssocID="{EB8CC550-EECA-4B4C-A975-CDFD3C3570F7}" presName="connectorText" presStyleLbl="sibTrans1D1" presStyleIdx="2" presStyleCnt="14"/>
      <dgm:spPr/>
    </dgm:pt>
    <dgm:pt modelId="{A0E592C1-D1BC-480A-ACC7-C432D524A867}" type="pres">
      <dgm:prSet presAssocID="{C78A95EA-68A7-44D2-A4AF-E0AAE4C60DD8}" presName="node" presStyleLbl="node1" presStyleIdx="3" presStyleCnt="15">
        <dgm:presLayoutVars>
          <dgm:bulletEnabled val="1"/>
        </dgm:presLayoutVars>
      </dgm:prSet>
      <dgm:spPr/>
    </dgm:pt>
    <dgm:pt modelId="{C9A674E7-1008-4681-9533-7D1F0CD8E829}" type="pres">
      <dgm:prSet presAssocID="{C351C72A-3506-427D-9427-FAE4CBB89A30}" presName="sibTrans" presStyleLbl="sibTrans1D1" presStyleIdx="3" presStyleCnt="14"/>
      <dgm:spPr/>
    </dgm:pt>
    <dgm:pt modelId="{9AF74A9B-2790-478A-81DC-6AF39048ECAF}" type="pres">
      <dgm:prSet presAssocID="{C351C72A-3506-427D-9427-FAE4CBB89A30}" presName="connectorText" presStyleLbl="sibTrans1D1" presStyleIdx="3" presStyleCnt="14"/>
      <dgm:spPr/>
    </dgm:pt>
    <dgm:pt modelId="{DBB909AF-8CFA-4E9A-9ACD-3583E7659E1F}" type="pres">
      <dgm:prSet presAssocID="{6FE8E71B-072E-40FB-BA71-325B3E04E06C}" presName="node" presStyleLbl="node1" presStyleIdx="4" presStyleCnt="15">
        <dgm:presLayoutVars>
          <dgm:bulletEnabled val="1"/>
        </dgm:presLayoutVars>
      </dgm:prSet>
      <dgm:spPr/>
    </dgm:pt>
    <dgm:pt modelId="{5E1ADD27-DD07-4DE1-843E-3F9959FC8DEE}" type="pres">
      <dgm:prSet presAssocID="{5A01A39A-ED2D-4054-AE29-95086ACD4EE9}" presName="sibTrans" presStyleLbl="sibTrans1D1" presStyleIdx="4" presStyleCnt="14"/>
      <dgm:spPr/>
    </dgm:pt>
    <dgm:pt modelId="{39D08659-CA8A-4CD6-8409-CD6DED162151}" type="pres">
      <dgm:prSet presAssocID="{5A01A39A-ED2D-4054-AE29-95086ACD4EE9}" presName="connectorText" presStyleLbl="sibTrans1D1" presStyleIdx="4" presStyleCnt="14"/>
      <dgm:spPr/>
    </dgm:pt>
    <dgm:pt modelId="{3C1E359C-99C3-468B-8177-A9710AA1D0F7}" type="pres">
      <dgm:prSet presAssocID="{F6B263F2-1F24-4ACF-912C-857FC5ACBD24}" presName="node" presStyleLbl="node1" presStyleIdx="5" presStyleCnt="15">
        <dgm:presLayoutVars>
          <dgm:bulletEnabled val="1"/>
        </dgm:presLayoutVars>
      </dgm:prSet>
      <dgm:spPr/>
    </dgm:pt>
    <dgm:pt modelId="{EF81A504-ED16-457E-9AC4-DD2F21DB726D}" type="pres">
      <dgm:prSet presAssocID="{49AEA78C-FB10-4FB0-A158-B64D93A5AE06}" presName="sibTrans" presStyleLbl="sibTrans1D1" presStyleIdx="5" presStyleCnt="14"/>
      <dgm:spPr/>
    </dgm:pt>
    <dgm:pt modelId="{E9C1AFA7-0129-4F64-A7CC-999BE14B6576}" type="pres">
      <dgm:prSet presAssocID="{49AEA78C-FB10-4FB0-A158-B64D93A5AE06}" presName="connectorText" presStyleLbl="sibTrans1D1" presStyleIdx="5" presStyleCnt="14"/>
      <dgm:spPr/>
    </dgm:pt>
    <dgm:pt modelId="{0BE262F9-730D-428C-BE47-C24A8C6B9CF0}" type="pres">
      <dgm:prSet presAssocID="{B38235D0-8951-46C2-8E8D-208D88E7AD7D}" presName="node" presStyleLbl="node1" presStyleIdx="6" presStyleCnt="15">
        <dgm:presLayoutVars>
          <dgm:bulletEnabled val="1"/>
        </dgm:presLayoutVars>
      </dgm:prSet>
      <dgm:spPr/>
    </dgm:pt>
    <dgm:pt modelId="{F2876644-B87D-4C71-88CE-39ECDA65895B}" type="pres">
      <dgm:prSet presAssocID="{F9E8C25F-2123-41E6-98B4-57D6D10A6BD8}" presName="sibTrans" presStyleLbl="sibTrans1D1" presStyleIdx="6" presStyleCnt="14"/>
      <dgm:spPr/>
    </dgm:pt>
    <dgm:pt modelId="{E85BCF48-07C5-4900-9755-DBDCCF82C71E}" type="pres">
      <dgm:prSet presAssocID="{F9E8C25F-2123-41E6-98B4-57D6D10A6BD8}" presName="connectorText" presStyleLbl="sibTrans1D1" presStyleIdx="6" presStyleCnt="14"/>
      <dgm:spPr/>
    </dgm:pt>
    <dgm:pt modelId="{D553BC54-BDE5-4EDF-86D1-57B5E023D912}" type="pres">
      <dgm:prSet presAssocID="{0429EF88-4A5F-4A3D-BB33-68ED073F7140}" presName="node" presStyleLbl="node1" presStyleIdx="7" presStyleCnt="15">
        <dgm:presLayoutVars>
          <dgm:bulletEnabled val="1"/>
        </dgm:presLayoutVars>
      </dgm:prSet>
      <dgm:spPr/>
    </dgm:pt>
    <dgm:pt modelId="{88E84C86-DDB7-4B16-A324-AB8DEB4984DA}" type="pres">
      <dgm:prSet presAssocID="{607CF3B5-702A-4422-A09F-B9A46B2A614D}" presName="sibTrans" presStyleLbl="sibTrans1D1" presStyleIdx="7" presStyleCnt="14"/>
      <dgm:spPr/>
    </dgm:pt>
    <dgm:pt modelId="{6C0E5035-051F-4BF2-AB5E-D97D0F4F8DC0}" type="pres">
      <dgm:prSet presAssocID="{607CF3B5-702A-4422-A09F-B9A46B2A614D}" presName="connectorText" presStyleLbl="sibTrans1D1" presStyleIdx="7" presStyleCnt="14"/>
      <dgm:spPr/>
    </dgm:pt>
    <dgm:pt modelId="{72F3D987-8298-46E5-93CD-76F503CA5F06}" type="pres">
      <dgm:prSet presAssocID="{E513685D-F70F-4B4A-AADA-3174630D64B5}" presName="node" presStyleLbl="node1" presStyleIdx="8" presStyleCnt="15">
        <dgm:presLayoutVars>
          <dgm:bulletEnabled val="1"/>
        </dgm:presLayoutVars>
      </dgm:prSet>
      <dgm:spPr/>
    </dgm:pt>
    <dgm:pt modelId="{8FDC4443-F113-4403-AEE5-C4EA35C64254}" type="pres">
      <dgm:prSet presAssocID="{8574EB47-F569-4035-AB29-9E9A1D310459}" presName="sibTrans" presStyleLbl="sibTrans1D1" presStyleIdx="8" presStyleCnt="14"/>
      <dgm:spPr/>
    </dgm:pt>
    <dgm:pt modelId="{52612203-6A2D-4F78-BA64-9390C754FEC7}" type="pres">
      <dgm:prSet presAssocID="{8574EB47-F569-4035-AB29-9E9A1D310459}" presName="connectorText" presStyleLbl="sibTrans1D1" presStyleIdx="8" presStyleCnt="14"/>
      <dgm:spPr/>
    </dgm:pt>
    <dgm:pt modelId="{C22FB930-ABEC-4BC1-A4EB-C8C67D413143}" type="pres">
      <dgm:prSet presAssocID="{F4A6EF23-19A3-4703-935B-18A585AB9F92}" presName="node" presStyleLbl="node1" presStyleIdx="9" presStyleCnt="15">
        <dgm:presLayoutVars>
          <dgm:bulletEnabled val="1"/>
        </dgm:presLayoutVars>
      </dgm:prSet>
      <dgm:spPr/>
    </dgm:pt>
    <dgm:pt modelId="{11338CD2-A070-42BB-8758-FC898CD748B7}" type="pres">
      <dgm:prSet presAssocID="{364A616D-F832-493D-A072-FF7A19670685}" presName="sibTrans" presStyleLbl="sibTrans1D1" presStyleIdx="9" presStyleCnt="14"/>
      <dgm:spPr/>
    </dgm:pt>
    <dgm:pt modelId="{392A697F-3847-46ED-A807-99438F07A6EB}" type="pres">
      <dgm:prSet presAssocID="{364A616D-F832-493D-A072-FF7A19670685}" presName="connectorText" presStyleLbl="sibTrans1D1" presStyleIdx="9" presStyleCnt="14"/>
      <dgm:spPr/>
    </dgm:pt>
    <dgm:pt modelId="{B839EF4C-E5E6-46A2-B241-27E939BAF743}" type="pres">
      <dgm:prSet presAssocID="{441886A2-9DEE-4403-AD47-E65A5EF0DCDE}" presName="node" presStyleLbl="node1" presStyleIdx="10" presStyleCnt="15">
        <dgm:presLayoutVars>
          <dgm:bulletEnabled val="1"/>
        </dgm:presLayoutVars>
      </dgm:prSet>
      <dgm:spPr/>
    </dgm:pt>
    <dgm:pt modelId="{B5EEBB4E-BBB8-43ED-840B-39E9D7CA8E94}" type="pres">
      <dgm:prSet presAssocID="{CB5964F6-2FA3-4B96-A272-E6502BA66CC8}" presName="sibTrans" presStyleLbl="sibTrans1D1" presStyleIdx="10" presStyleCnt="14"/>
      <dgm:spPr/>
    </dgm:pt>
    <dgm:pt modelId="{81E58B85-A481-4534-B564-7E0F3CC9818F}" type="pres">
      <dgm:prSet presAssocID="{CB5964F6-2FA3-4B96-A272-E6502BA66CC8}" presName="connectorText" presStyleLbl="sibTrans1D1" presStyleIdx="10" presStyleCnt="14"/>
      <dgm:spPr/>
    </dgm:pt>
    <dgm:pt modelId="{6C4C9F72-A2CA-40EF-8A0C-A6F7F692EB0F}" type="pres">
      <dgm:prSet presAssocID="{46F7C55E-BF88-40C5-8DE8-FFDB4C767D20}" presName="node" presStyleLbl="node1" presStyleIdx="11" presStyleCnt="15">
        <dgm:presLayoutVars>
          <dgm:bulletEnabled val="1"/>
        </dgm:presLayoutVars>
      </dgm:prSet>
      <dgm:spPr/>
    </dgm:pt>
    <dgm:pt modelId="{374F5B0F-EB82-420B-B26A-F410782957AB}" type="pres">
      <dgm:prSet presAssocID="{86300ED3-AA2C-483D-A60B-6FB859CF5AA1}" presName="sibTrans" presStyleLbl="sibTrans1D1" presStyleIdx="11" presStyleCnt="14"/>
      <dgm:spPr/>
    </dgm:pt>
    <dgm:pt modelId="{617AC52F-C467-44A3-AD9C-1B4B8C9BEC31}" type="pres">
      <dgm:prSet presAssocID="{86300ED3-AA2C-483D-A60B-6FB859CF5AA1}" presName="connectorText" presStyleLbl="sibTrans1D1" presStyleIdx="11" presStyleCnt="14"/>
      <dgm:spPr/>
    </dgm:pt>
    <dgm:pt modelId="{9D740611-835F-4B50-BAF7-14EE8E6FD1A4}" type="pres">
      <dgm:prSet presAssocID="{52FF6811-39E8-4AB1-902F-055F54282E9B}" presName="node" presStyleLbl="node1" presStyleIdx="12" presStyleCnt="15">
        <dgm:presLayoutVars>
          <dgm:bulletEnabled val="1"/>
        </dgm:presLayoutVars>
      </dgm:prSet>
      <dgm:spPr/>
    </dgm:pt>
    <dgm:pt modelId="{19AF59C3-FC63-40B1-AD32-0BB900C4B201}" type="pres">
      <dgm:prSet presAssocID="{25905C45-4B0F-4973-A9D0-D6739949D1D5}" presName="sibTrans" presStyleLbl="sibTrans1D1" presStyleIdx="12" presStyleCnt="14"/>
      <dgm:spPr/>
    </dgm:pt>
    <dgm:pt modelId="{79E01021-3562-4C5B-9C36-B6EE1C7572C7}" type="pres">
      <dgm:prSet presAssocID="{25905C45-4B0F-4973-A9D0-D6739949D1D5}" presName="connectorText" presStyleLbl="sibTrans1D1" presStyleIdx="12" presStyleCnt="14"/>
      <dgm:spPr/>
    </dgm:pt>
    <dgm:pt modelId="{460FF2A1-9566-42B1-9559-42200AF4E915}" type="pres">
      <dgm:prSet presAssocID="{B9612328-4E38-4A52-8AAA-940C601A493F}" presName="node" presStyleLbl="node1" presStyleIdx="13" presStyleCnt="15">
        <dgm:presLayoutVars>
          <dgm:bulletEnabled val="1"/>
        </dgm:presLayoutVars>
      </dgm:prSet>
      <dgm:spPr/>
    </dgm:pt>
    <dgm:pt modelId="{B5A640F2-F1FA-459B-8642-20565348BCE4}" type="pres">
      <dgm:prSet presAssocID="{6FFCAC56-8645-4C3B-86A7-ACCD1385156F}" presName="sibTrans" presStyleLbl="sibTrans1D1" presStyleIdx="13" presStyleCnt="14"/>
      <dgm:spPr/>
    </dgm:pt>
    <dgm:pt modelId="{552A37F6-2436-4EA7-B83C-1456DD989803}" type="pres">
      <dgm:prSet presAssocID="{6FFCAC56-8645-4C3B-86A7-ACCD1385156F}" presName="connectorText" presStyleLbl="sibTrans1D1" presStyleIdx="13" presStyleCnt="14"/>
      <dgm:spPr/>
    </dgm:pt>
    <dgm:pt modelId="{BE91BA8E-0D19-4DEC-93DE-BD71D862E928}" type="pres">
      <dgm:prSet presAssocID="{2551B90C-D9D8-4012-A118-8D257EE7E108}" presName="node" presStyleLbl="node1" presStyleIdx="14" presStyleCnt="15">
        <dgm:presLayoutVars>
          <dgm:bulletEnabled val="1"/>
        </dgm:presLayoutVars>
      </dgm:prSet>
      <dgm:spPr/>
    </dgm:pt>
  </dgm:ptLst>
  <dgm:cxnLst>
    <dgm:cxn modelId="{F28D0501-EC5D-420F-B1F6-FA12F4E7F6BC}" type="presOf" srcId="{C78A95EA-68A7-44D2-A4AF-E0AAE4C60DD8}" destId="{A0E592C1-D1BC-480A-ACC7-C432D524A867}" srcOrd="0" destOrd="0" presId="urn:microsoft.com/office/officeart/2016/7/layout/RepeatingBendingProcessNew"/>
    <dgm:cxn modelId="{35D14816-99B3-4389-895C-D3206F60A05D}" srcId="{83E843C0-8AD0-4F32-BA7D-9FF34C516443}" destId="{0429EF88-4A5F-4A3D-BB33-68ED073F7140}" srcOrd="7" destOrd="0" parTransId="{D5A0B166-FDA7-4CFE-842E-BAA7149AADFB}" sibTransId="{607CF3B5-702A-4422-A09F-B9A46B2A614D}"/>
    <dgm:cxn modelId="{9AE55F25-7BD1-4B9D-A00C-678F3F0D73FB}" srcId="{83E843C0-8AD0-4F32-BA7D-9FF34C516443}" destId="{24D32631-FEB8-4809-8C1A-7216BEF432D6}" srcOrd="1" destOrd="0" parTransId="{6120A1E8-79BD-4DE5-93BE-AC4068C93308}" sibTransId="{20E4E44F-1BF0-438B-8F29-07CA3D5AE0BB}"/>
    <dgm:cxn modelId="{D9984229-483E-4B25-8D88-070F3E9B43F8}" type="presOf" srcId="{4407B8C9-4504-47C0-A979-71C66ED53DFD}" destId="{D75B9E2B-ADF4-450F-8690-371E786F106D}" srcOrd="0" destOrd="0" presId="urn:microsoft.com/office/officeart/2016/7/layout/RepeatingBendingProcessNew"/>
    <dgm:cxn modelId="{33D4E82D-0F1B-4219-A887-7F2AD2CDBE3F}" type="presOf" srcId="{20E4E44F-1BF0-438B-8F29-07CA3D5AE0BB}" destId="{77F85A47-A557-44E8-9706-C90AB134461C}" srcOrd="1" destOrd="0" presId="urn:microsoft.com/office/officeart/2016/7/layout/RepeatingBendingProcessNew"/>
    <dgm:cxn modelId="{2689922E-75C1-44D6-BCCF-25CC93909452}" srcId="{83E843C0-8AD0-4F32-BA7D-9FF34C516443}" destId="{2551B90C-D9D8-4012-A118-8D257EE7E108}" srcOrd="14" destOrd="0" parTransId="{5F809B41-17AB-40A3-A768-E53F7DE3E1B8}" sibTransId="{380C2CDF-75B8-4DCD-8EEE-AAEA471D7A5E}"/>
    <dgm:cxn modelId="{D14F4B36-D2E7-4629-A96A-43BDAC639FAB}" type="presOf" srcId="{F6B263F2-1F24-4ACF-912C-857FC5ACBD24}" destId="{3C1E359C-99C3-468B-8177-A9710AA1D0F7}" srcOrd="0" destOrd="0" presId="urn:microsoft.com/office/officeart/2016/7/layout/RepeatingBendingProcessNew"/>
    <dgm:cxn modelId="{1686F436-81A2-40E8-9CDB-5CBDC9A79142}" srcId="{83E843C0-8AD0-4F32-BA7D-9FF34C516443}" destId="{52FF6811-39E8-4AB1-902F-055F54282E9B}" srcOrd="12" destOrd="0" parTransId="{60F7C1FF-0CEF-4273-9297-791899B7E931}" sibTransId="{25905C45-4B0F-4973-A9D0-D6739949D1D5}"/>
    <dgm:cxn modelId="{607E4037-9A13-4C70-A897-4CE64FDBB1CA}" srcId="{83E843C0-8AD0-4F32-BA7D-9FF34C516443}" destId="{07CA446A-8FA4-4907-814C-61A2B3A1C0A7}" srcOrd="0" destOrd="0" parTransId="{D23F5E26-837D-4711-A006-CE4FBDAEF157}" sibTransId="{4407B8C9-4504-47C0-A979-71C66ED53DFD}"/>
    <dgm:cxn modelId="{F3822E39-C252-48E9-B176-6A8C542D6E81}" type="presOf" srcId="{25905C45-4B0F-4973-A9D0-D6739949D1D5}" destId="{79E01021-3562-4C5B-9C36-B6EE1C7572C7}" srcOrd="1" destOrd="0" presId="urn:microsoft.com/office/officeart/2016/7/layout/RepeatingBendingProcessNew"/>
    <dgm:cxn modelId="{94C5383B-49B0-41ED-A60C-624D8C8717D1}" type="presOf" srcId="{E513685D-F70F-4B4A-AADA-3174630D64B5}" destId="{72F3D987-8298-46E5-93CD-76F503CA5F06}" srcOrd="0" destOrd="0" presId="urn:microsoft.com/office/officeart/2016/7/layout/RepeatingBendingProcessNew"/>
    <dgm:cxn modelId="{8F175F3B-38E8-46B8-966E-01FE2813E4B5}" type="presOf" srcId="{E972BC0D-9501-4D9C-BBD4-18BB7D449334}" destId="{BD2FAD77-AABE-4DA8-A238-D7F71B1F307C}" srcOrd="0" destOrd="0" presId="urn:microsoft.com/office/officeart/2016/7/layout/RepeatingBendingProcessNew"/>
    <dgm:cxn modelId="{EDE42E44-89DA-4F99-ABC8-B1D52F93BEF0}" type="presOf" srcId="{CB5964F6-2FA3-4B96-A272-E6502BA66CC8}" destId="{B5EEBB4E-BBB8-43ED-840B-39E9D7CA8E94}" srcOrd="0" destOrd="0" presId="urn:microsoft.com/office/officeart/2016/7/layout/RepeatingBendingProcessNew"/>
    <dgm:cxn modelId="{F56FA464-176F-4C16-807A-30BC941FCF81}" type="presOf" srcId="{EB8CC550-EECA-4B4C-A975-CDFD3C3570F7}" destId="{F97A5F59-DE16-4354-B697-86FCEBEA722F}" srcOrd="0" destOrd="0" presId="urn:microsoft.com/office/officeart/2016/7/layout/RepeatingBendingProcessNew"/>
    <dgm:cxn modelId="{FE98E164-CB12-4E3E-B058-E96FE95DBE08}" type="presOf" srcId="{B38235D0-8951-46C2-8E8D-208D88E7AD7D}" destId="{0BE262F9-730D-428C-BE47-C24A8C6B9CF0}" srcOrd="0" destOrd="0" presId="urn:microsoft.com/office/officeart/2016/7/layout/RepeatingBendingProcessNew"/>
    <dgm:cxn modelId="{2E5FF665-9932-418C-B016-4ACF8BF878E0}" type="presOf" srcId="{5A01A39A-ED2D-4054-AE29-95086ACD4EE9}" destId="{39D08659-CA8A-4CD6-8409-CD6DED162151}" srcOrd="1" destOrd="0" presId="urn:microsoft.com/office/officeart/2016/7/layout/RepeatingBendingProcessNew"/>
    <dgm:cxn modelId="{612BAC46-47AC-4193-ACEF-861127E3C582}" srcId="{83E843C0-8AD0-4F32-BA7D-9FF34C516443}" destId="{441886A2-9DEE-4403-AD47-E65A5EF0DCDE}" srcOrd="10" destOrd="0" parTransId="{20838756-ADE0-4E82-91A8-6710E5D2D8E0}" sibTransId="{CB5964F6-2FA3-4B96-A272-E6502BA66CC8}"/>
    <dgm:cxn modelId="{1C4AF148-DA1F-4BE8-BDDF-D9AAE080A28F}" type="presOf" srcId="{441886A2-9DEE-4403-AD47-E65A5EF0DCDE}" destId="{B839EF4C-E5E6-46A2-B241-27E939BAF743}" srcOrd="0" destOrd="0" presId="urn:microsoft.com/office/officeart/2016/7/layout/RepeatingBendingProcessNew"/>
    <dgm:cxn modelId="{72D6F568-4ED7-496C-A071-A49A4473975A}" type="presOf" srcId="{86300ED3-AA2C-483D-A60B-6FB859CF5AA1}" destId="{617AC52F-C467-44A3-AD9C-1B4B8C9BEC31}" srcOrd="1" destOrd="0" presId="urn:microsoft.com/office/officeart/2016/7/layout/RepeatingBendingProcessNew"/>
    <dgm:cxn modelId="{ABB6A64B-5A44-42BF-A006-0791E5EE1A4D}" srcId="{83E843C0-8AD0-4F32-BA7D-9FF34C516443}" destId="{F4A6EF23-19A3-4703-935B-18A585AB9F92}" srcOrd="9" destOrd="0" parTransId="{4227014B-64EA-4F66-BAF1-BD0052658745}" sibTransId="{364A616D-F832-493D-A072-FF7A19670685}"/>
    <dgm:cxn modelId="{AD3B9F4D-FA92-408C-ABBD-FB0B33063637}" type="presOf" srcId="{83E843C0-8AD0-4F32-BA7D-9FF34C516443}" destId="{84D0C9F5-2E1F-4591-924C-74BA506E7C24}" srcOrd="0" destOrd="0" presId="urn:microsoft.com/office/officeart/2016/7/layout/RepeatingBendingProcessNew"/>
    <dgm:cxn modelId="{4074436F-FE6E-455B-B6EB-0C623E4EF4AB}" type="presOf" srcId="{C351C72A-3506-427D-9427-FAE4CBB89A30}" destId="{9AF74A9B-2790-478A-81DC-6AF39048ECAF}" srcOrd="1" destOrd="0" presId="urn:microsoft.com/office/officeart/2016/7/layout/RepeatingBendingProcessNew"/>
    <dgm:cxn modelId="{FC9F3050-FE2F-41F1-B0B8-9A5C6ED86763}" type="presOf" srcId="{6FFCAC56-8645-4C3B-86A7-ACCD1385156F}" destId="{B5A640F2-F1FA-459B-8642-20565348BCE4}" srcOrd="0" destOrd="0" presId="urn:microsoft.com/office/officeart/2016/7/layout/RepeatingBendingProcessNew"/>
    <dgm:cxn modelId="{88A53970-F870-47E7-A50B-5844CD80BBCD}" type="presOf" srcId="{07CA446A-8FA4-4907-814C-61A2B3A1C0A7}" destId="{591A50EA-2C45-4909-BA1A-7827085AAF3C}" srcOrd="0" destOrd="0" presId="urn:microsoft.com/office/officeart/2016/7/layout/RepeatingBendingProcessNew"/>
    <dgm:cxn modelId="{11C07471-C7C9-46E4-ADE9-ECBF506EDE00}" type="presOf" srcId="{CB5964F6-2FA3-4B96-A272-E6502BA66CC8}" destId="{81E58B85-A481-4534-B564-7E0F3CC9818F}" srcOrd="1" destOrd="0" presId="urn:microsoft.com/office/officeart/2016/7/layout/RepeatingBendingProcessNew"/>
    <dgm:cxn modelId="{0C090573-1CDC-4280-9901-8A409CD074EF}" type="presOf" srcId="{20E4E44F-1BF0-438B-8F29-07CA3D5AE0BB}" destId="{7B0237C1-A042-4DA0-9057-FD519B999F9D}" srcOrd="0" destOrd="0" presId="urn:microsoft.com/office/officeart/2016/7/layout/RepeatingBendingProcessNew"/>
    <dgm:cxn modelId="{A91E1B74-D79E-461F-9920-E7E3BE8D6B68}" srcId="{83E843C0-8AD0-4F32-BA7D-9FF34C516443}" destId="{C78A95EA-68A7-44D2-A4AF-E0AAE4C60DD8}" srcOrd="3" destOrd="0" parTransId="{99B5CE1B-CB0E-434B-92F1-FE690DEA31FD}" sibTransId="{C351C72A-3506-427D-9427-FAE4CBB89A30}"/>
    <dgm:cxn modelId="{34F81055-E09F-49FF-8FF5-608A7BE2ECD4}" type="presOf" srcId="{C351C72A-3506-427D-9427-FAE4CBB89A30}" destId="{C9A674E7-1008-4681-9533-7D1F0CD8E829}" srcOrd="0" destOrd="0" presId="urn:microsoft.com/office/officeart/2016/7/layout/RepeatingBendingProcessNew"/>
    <dgm:cxn modelId="{55AF3D76-80FE-4A03-BA0A-C4533CEB0A66}" type="presOf" srcId="{6FE8E71B-072E-40FB-BA71-325B3E04E06C}" destId="{DBB909AF-8CFA-4E9A-9ACD-3583E7659E1F}" srcOrd="0" destOrd="0" presId="urn:microsoft.com/office/officeart/2016/7/layout/RepeatingBendingProcessNew"/>
    <dgm:cxn modelId="{5D13E656-C84D-4ED0-B9F1-390CB7E5BE57}" type="presOf" srcId="{25905C45-4B0F-4973-A9D0-D6739949D1D5}" destId="{19AF59C3-FC63-40B1-AD32-0BB900C4B201}" srcOrd="0" destOrd="0" presId="urn:microsoft.com/office/officeart/2016/7/layout/RepeatingBendingProcessNew"/>
    <dgm:cxn modelId="{FC924377-B70C-4CD2-BF8E-10AED30735C6}" type="presOf" srcId="{49AEA78C-FB10-4FB0-A158-B64D93A5AE06}" destId="{EF81A504-ED16-457E-9AC4-DD2F21DB726D}" srcOrd="0" destOrd="0" presId="urn:microsoft.com/office/officeart/2016/7/layout/RepeatingBendingProcessNew"/>
    <dgm:cxn modelId="{49E6C679-240A-43A7-A2FE-C46367AF4479}" type="presOf" srcId="{4407B8C9-4504-47C0-A979-71C66ED53DFD}" destId="{757B5E1F-10E2-406A-A835-C78B7EC7022D}" srcOrd="1" destOrd="0" presId="urn:microsoft.com/office/officeart/2016/7/layout/RepeatingBendingProcessNew"/>
    <dgm:cxn modelId="{0ACCC55A-FF6D-4C7F-937E-6C54765F8CD1}" type="presOf" srcId="{2551B90C-D9D8-4012-A118-8D257EE7E108}" destId="{BE91BA8E-0D19-4DEC-93DE-BD71D862E928}" srcOrd="0" destOrd="0" presId="urn:microsoft.com/office/officeart/2016/7/layout/RepeatingBendingProcessNew"/>
    <dgm:cxn modelId="{1C717A7B-E7C0-423E-812B-4A9DD2DD5490}" type="presOf" srcId="{607CF3B5-702A-4422-A09F-B9A46B2A614D}" destId="{88E84C86-DDB7-4B16-A324-AB8DEB4984DA}" srcOrd="0" destOrd="0" presId="urn:microsoft.com/office/officeart/2016/7/layout/RepeatingBendingProcessNew"/>
    <dgm:cxn modelId="{5614DC83-7DDA-4BC0-B31B-07527C32C47E}" type="presOf" srcId="{6FFCAC56-8645-4C3B-86A7-ACCD1385156F}" destId="{552A37F6-2436-4EA7-B83C-1456DD989803}" srcOrd="1" destOrd="0" presId="urn:microsoft.com/office/officeart/2016/7/layout/RepeatingBendingProcessNew"/>
    <dgm:cxn modelId="{CD9A8998-632F-4A71-895A-C57F3C856E51}" type="presOf" srcId="{F4A6EF23-19A3-4703-935B-18A585AB9F92}" destId="{C22FB930-ABEC-4BC1-A4EB-C8C67D413143}" srcOrd="0" destOrd="0" presId="urn:microsoft.com/office/officeart/2016/7/layout/RepeatingBendingProcessNew"/>
    <dgm:cxn modelId="{387BDD9A-A06E-4BB4-BA19-B52C03F3F796}" type="presOf" srcId="{5A01A39A-ED2D-4054-AE29-95086ACD4EE9}" destId="{5E1ADD27-DD07-4DE1-843E-3F9959FC8DEE}" srcOrd="0" destOrd="0" presId="urn:microsoft.com/office/officeart/2016/7/layout/RepeatingBendingProcessNew"/>
    <dgm:cxn modelId="{DDD1E79A-0A0B-4331-B63D-7A7A4E52FF23}" type="presOf" srcId="{B9612328-4E38-4A52-8AAA-940C601A493F}" destId="{460FF2A1-9566-42B1-9559-42200AF4E915}" srcOrd="0" destOrd="0" presId="urn:microsoft.com/office/officeart/2016/7/layout/RepeatingBendingProcessNew"/>
    <dgm:cxn modelId="{CBCCFE9D-456F-425F-851D-78FF78F07FBB}" srcId="{83E843C0-8AD0-4F32-BA7D-9FF34C516443}" destId="{E513685D-F70F-4B4A-AADA-3174630D64B5}" srcOrd="8" destOrd="0" parTransId="{EA6770A2-CCD8-4AA2-9AC1-1E1A60F899AF}" sibTransId="{8574EB47-F569-4035-AB29-9E9A1D310459}"/>
    <dgm:cxn modelId="{484E7BA0-2F1B-4E1C-AFEE-BAFF4FEA0C52}" type="presOf" srcId="{49AEA78C-FB10-4FB0-A158-B64D93A5AE06}" destId="{E9C1AFA7-0129-4F64-A7CC-999BE14B6576}" srcOrd="1" destOrd="0" presId="urn:microsoft.com/office/officeart/2016/7/layout/RepeatingBendingProcessNew"/>
    <dgm:cxn modelId="{973719A1-383E-4B9B-9935-3E5E57CAF8A1}" type="presOf" srcId="{607CF3B5-702A-4422-A09F-B9A46B2A614D}" destId="{6C0E5035-051F-4BF2-AB5E-D97D0F4F8DC0}" srcOrd="1" destOrd="0" presId="urn:microsoft.com/office/officeart/2016/7/layout/RepeatingBendingProcessNew"/>
    <dgm:cxn modelId="{D2EE6AA1-AAE5-40BF-BF72-25D2B9F6018B}" srcId="{83E843C0-8AD0-4F32-BA7D-9FF34C516443}" destId="{E972BC0D-9501-4D9C-BBD4-18BB7D449334}" srcOrd="2" destOrd="0" parTransId="{0B5E014A-083C-402E-BB00-38EB0A56AD35}" sibTransId="{EB8CC550-EECA-4B4C-A975-CDFD3C3570F7}"/>
    <dgm:cxn modelId="{0034C5A9-2846-4638-9C9F-DE4DB4068BE8}" srcId="{83E843C0-8AD0-4F32-BA7D-9FF34C516443}" destId="{B9612328-4E38-4A52-8AAA-940C601A493F}" srcOrd="13" destOrd="0" parTransId="{65168B25-3361-441E-9A2A-C30DE38ADB6A}" sibTransId="{6FFCAC56-8645-4C3B-86A7-ACCD1385156F}"/>
    <dgm:cxn modelId="{15A117B6-3D1D-445E-92D9-2E02AADD4EA8}" type="presOf" srcId="{24D32631-FEB8-4809-8C1A-7216BEF432D6}" destId="{DBCC8557-9388-47C4-B180-9A9C852FE7BE}" srcOrd="0" destOrd="0" presId="urn:microsoft.com/office/officeart/2016/7/layout/RepeatingBendingProcessNew"/>
    <dgm:cxn modelId="{466059BD-E4EB-43B4-80A6-2690274A336F}" type="presOf" srcId="{8574EB47-F569-4035-AB29-9E9A1D310459}" destId="{52612203-6A2D-4F78-BA64-9390C754FEC7}" srcOrd="1" destOrd="0" presId="urn:microsoft.com/office/officeart/2016/7/layout/RepeatingBendingProcessNew"/>
    <dgm:cxn modelId="{661BBFC0-9381-4577-A570-44ADDD9B7136}" type="presOf" srcId="{F9E8C25F-2123-41E6-98B4-57D6D10A6BD8}" destId="{F2876644-B87D-4C71-88CE-39ECDA65895B}" srcOrd="0" destOrd="0" presId="urn:microsoft.com/office/officeart/2016/7/layout/RepeatingBendingProcessNew"/>
    <dgm:cxn modelId="{AB70B2C1-99AD-497C-9A44-8778A4992776}" srcId="{83E843C0-8AD0-4F32-BA7D-9FF34C516443}" destId="{6FE8E71B-072E-40FB-BA71-325B3E04E06C}" srcOrd="4" destOrd="0" parTransId="{F4013C78-5266-415E-82AD-39CA42A6F05F}" sibTransId="{5A01A39A-ED2D-4054-AE29-95086ACD4EE9}"/>
    <dgm:cxn modelId="{DE0232C2-E303-4BD8-8F5C-7919EF7A754A}" type="presOf" srcId="{F9E8C25F-2123-41E6-98B4-57D6D10A6BD8}" destId="{E85BCF48-07C5-4900-9755-DBDCCF82C71E}" srcOrd="1" destOrd="0" presId="urn:microsoft.com/office/officeart/2016/7/layout/RepeatingBendingProcessNew"/>
    <dgm:cxn modelId="{651A6BC7-398D-4FEE-A4DA-9AD32A909AC4}" type="presOf" srcId="{0429EF88-4A5F-4A3D-BB33-68ED073F7140}" destId="{D553BC54-BDE5-4EDF-86D1-57B5E023D912}" srcOrd="0" destOrd="0" presId="urn:microsoft.com/office/officeart/2016/7/layout/RepeatingBendingProcessNew"/>
    <dgm:cxn modelId="{702E59C9-4113-41EF-9DEE-49C9935AD84A}" srcId="{83E843C0-8AD0-4F32-BA7D-9FF34C516443}" destId="{B38235D0-8951-46C2-8E8D-208D88E7AD7D}" srcOrd="6" destOrd="0" parTransId="{38201146-0812-4DC7-9C1B-1FB549A5B406}" sibTransId="{F9E8C25F-2123-41E6-98B4-57D6D10A6BD8}"/>
    <dgm:cxn modelId="{33EEDDCA-7275-48F0-9044-C2C75E5123C9}" type="presOf" srcId="{8574EB47-F569-4035-AB29-9E9A1D310459}" destId="{8FDC4443-F113-4403-AEE5-C4EA35C64254}" srcOrd="0" destOrd="0" presId="urn:microsoft.com/office/officeart/2016/7/layout/RepeatingBendingProcessNew"/>
    <dgm:cxn modelId="{642377D4-3361-4BDD-BFAE-534E75B11E0B}" type="presOf" srcId="{364A616D-F832-493D-A072-FF7A19670685}" destId="{11338CD2-A070-42BB-8758-FC898CD748B7}" srcOrd="0" destOrd="0" presId="urn:microsoft.com/office/officeart/2016/7/layout/RepeatingBendingProcessNew"/>
    <dgm:cxn modelId="{1F772CD7-1330-44CF-9CFD-ABD2515D5A0C}" type="presOf" srcId="{46F7C55E-BF88-40C5-8DE8-FFDB4C767D20}" destId="{6C4C9F72-A2CA-40EF-8A0C-A6F7F692EB0F}" srcOrd="0" destOrd="0" presId="urn:microsoft.com/office/officeart/2016/7/layout/RepeatingBendingProcessNew"/>
    <dgm:cxn modelId="{4B6D7CE7-E04F-4C43-938F-C841CECE4F49}" srcId="{83E843C0-8AD0-4F32-BA7D-9FF34C516443}" destId="{46F7C55E-BF88-40C5-8DE8-FFDB4C767D20}" srcOrd="11" destOrd="0" parTransId="{9D25ED6B-9951-4B76-8F12-5CB79AFEC9B0}" sibTransId="{86300ED3-AA2C-483D-A60B-6FB859CF5AA1}"/>
    <dgm:cxn modelId="{AF56BFE7-1425-44B0-8183-8E4F9D2A5A76}" type="presOf" srcId="{52FF6811-39E8-4AB1-902F-055F54282E9B}" destId="{9D740611-835F-4B50-BAF7-14EE8E6FD1A4}" srcOrd="0" destOrd="0" presId="urn:microsoft.com/office/officeart/2016/7/layout/RepeatingBendingProcessNew"/>
    <dgm:cxn modelId="{8CE76EE8-550B-4F03-AC1D-A47786584155}" type="presOf" srcId="{86300ED3-AA2C-483D-A60B-6FB859CF5AA1}" destId="{374F5B0F-EB82-420B-B26A-F410782957AB}" srcOrd="0" destOrd="0" presId="urn:microsoft.com/office/officeart/2016/7/layout/RepeatingBendingProcessNew"/>
    <dgm:cxn modelId="{53C3FBEB-8A92-4073-A35A-709105C5592B}" type="presOf" srcId="{EB8CC550-EECA-4B4C-A975-CDFD3C3570F7}" destId="{8E4960B6-3798-4DAB-8A41-7EE26855E708}" srcOrd="1" destOrd="0" presId="urn:microsoft.com/office/officeart/2016/7/layout/RepeatingBendingProcessNew"/>
    <dgm:cxn modelId="{35CF24ED-BC13-4958-8CBA-36AB7021711A}" srcId="{83E843C0-8AD0-4F32-BA7D-9FF34C516443}" destId="{F6B263F2-1F24-4ACF-912C-857FC5ACBD24}" srcOrd="5" destOrd="0" parTransId="{3CBF145E-3BBA-443A-977D-D68A647B400E}" sibTransId="{49AEA78C-FB10-4FB0-A158-B64D93A5AE06}"/>
    <dgm:cxn modelId="{65E25AED-ABB2-40D1-BA59-B83B65AD863C}" type="presOf" srcId="{364A616D-F832-493D-A072-FF7A19670685}" destId="{392A697F-3847-46ED-A807-99438F07A6EB}" srcOrd="1" destOrd="0" presId="urn:microsoft.com/office/officeart/2016/7/layout/RepeatingBendingProcessNew"/>
    <dgm:cxn modelId="{9151A04B-E559-45CC-89AD-01BCE804519F}" type="presParOf" srcId="{84D0C9F5-2E1F-4591-924C-74BA506E7C24}" destId="{591A50EA-2C45-4909-BA1A-7827085AAF3C}" srcOrd="0" destOrd="0" presId="urn:microsoft.com/office/officeart/2016/7/layout/RepeatingBendingProcessNew"/>
    <dgm:cxn modelId="{576CFBDE-EF71-48A0-8B8B-0EDC9D72331D}" type="presParOf" srcId="{84D0C9F5-2E1F-4591-924C-74BA506E7C24}" destId="{D75B9E2B-ADF4-450F-8690-371E786F106D}" srcOrd="1" destOrd="0" presId="urn:microsoft.com/office/officeart/2016/7/layout/RepeatingBendingProcessNew"/>
    <dgm:cxn modelId="{1228EAD5-D096-4F32-9B53-58CE18CD91AA}" type="presParOf" srcId="{D75B9E2B-ADF4-450F-8690-371E786F106D}" destId="{757B5E1F-10E2-406A-A835-C78B7EC7022D}" srcOrd="0" destOrd="0" presId="urn:microsoft.com/office/officeart/2016/7/layout/RepeatingBendingProcessNew"/>
    <dgm:cxn modelId="{312EC33F-BA85-480D-B72B-E2F7C868E180}" type="presParOf" srcId="{84D0C9F5-2E1F-4591-924C-74BA506E7C24}" destId="{DBCC8557-9388-47C4-B180-9A9C852FE7BE}" srcOrd="2" destOrd="0" presId="urn:microsoft.com/office/officeart/2016/7/layout/RepeatingBendingProcessNew"/>
    <dgm:cxn modelId="{0463BA02-C0EA-4743-BD9F-AB6FF875EC39}" type="presParOf" srcId="{84D0C9F5-2E1F-4591-924C-74BA506E7C24}" destId="{7B0237C1-A042-4DA0-9057-FD519B999F9D}" srcOrd="3" destOrd="0" presId="urn:microsoft.com/office/officeart/2016/7/layout/RepeatingBendingProcessNew"/>
    <dgm:cxn modelId="{463B9AFA-78C4-452A-9CBF-2E87CF10EAE6}" type="presParOf" srcId="{7B0237C1-A042-4DA0-9057-FD519B999F9D}" destId="{77F85A47-A557-44E8-9706-C90AB134461C}" srcOrd="0" destOrd="0" presId="urn:microsoft.com/office/officeart/2016/7/layout/RepeatingBendingProcessNew"/>
    <dgm:cxn modelId="{471FCAB9-ED92-481A-ADAD-E549D3401B0F}" type="presParOf" srcId="{84D0C9F5-2E1F-4591-924C-74BA506E7C24}" destId="{BD2FAD77-AABE-4DA8-A238-D7F71B1F307C}" srcOrd="4" destOrd="0" presId="urn:microsoft.com/office/officeart/2016/7/layout/RepeatingBendingProcessNew"/>
    <dgm:cxn modelId="{DB858471-C5BD-4E88-8A2B-346EE7E2C75A}" type="presParOf" srcId="{84D0C9F5-2E1F-4591-924C-74BA506E7C24}" destId="{F97A5F59-DE16-4354-B697-86FCEBEA722F}" srcOrd="5" destOrd="0" presId="urn:microsoft.com/office/officeart/2016/7/layout/RepeatingBendingProcessNew"/>
    <dgm:cxn modelId="{3ED537E6-1512-43DF-BE9F-C4A8630E6740}" type="presParOf" srcId="{F97A5F59-DE16-4354-B697-86FCEBEA722F}" destId="{8E4960B6-3798-4DAB-8A41-7EE26855E708}" srcOrd="0" destOrd="0" presId="urn:microsoft.com/office/officeart/2016/7/layout/RepeatingBendingProcessNew"/>
    <dgm:cxn modelId="{4231A2CB-0EEB-462D-A24C-CF0B24524743}" type="presParOf" srcId="{84D0C9F5-2E1F-4591-924C-74BA506E7C24}" destId="{A0E592C1-D1BC-480A-ACC7-C432D524A867}" srcOrd="6" destOrd="0" presId="urn:microsoft.com/office/officeart/2016/7/layout/RepeatingBendingProcessNew"/>
    <dgm:cxn modelId="{1569BD13-AF08-4B89-BE07-CCA2357DA1E6}" type="presParOf" srcId="{84D0C9F5-2E1F-4591-924C-74BA506E7C24}" destId="{C9A674E7-1008-4681-9533-7D1F0CD8E829}" srcOrd="7" destOrd="0" presId="urn:microsoft.com/office/officeart/2016/7/layout/RepeatingBendingProcessNew"/>
    <dgm:cxn modelId="{B7DF2A80-552A-4F32-9A10-4AA8F57D2B49}" type="presParOf" srcId="{C9A674E7-1008-4681-9533-7D1F0CD8E829}" destId="{9AF74A9B-2790-478A-81DC-6AF39048ECAF}" srcOrd="0" destOrd="0" presId="urn:microsoft.com/office/officeart/2016/7/layout/RepeatingBendingProcessNew"/>
    <dgm:cxn modelId="{F2CF7D77-F02B-45BB-8E52-3767E64DF06F}" type="presParOf" srcId="{84D0C9F5-2E1F-4591-924C-74BA506E7C24}" destId="{DBB909AF-8CFA-4E9A-9ACD-3583E7659E1F}" srcOrd="8" destOrd="0" presId="urn:microsoft.com/office/officeart/2016/7/layout/RepeatingBendingProcessNew"/>
    <dgm:cxn modelId="{09D2002B-0246-4C08-84B7-35950CC35FEF}" type="presParOf" srcId="{84D0C9F5-2E1F-4591-924C-74BA506E7C24}" destId="{5E1ADD27-DD07-4DE1-843E-3F9959FC8DEE}" srcOrd="9" destOrd="0" presId="urn:microsoft.com/office/officeart/2016/7/layout/RepeatingBendingProcessNew"/>
    <dgm:cxn modelId="{2A7EAD77-9A51-4971-ABF0-9CF5D1107EF7}" type="presParOf" srcId="{5E1ADD27-DD07-4DE1-843E-3F9959FC8DEE}" destId="{39D08659-CA8A-4CD6-8409-CD6DED162151}" srcOrd="0" destOrd="0" presId="urn:microsoft.com/office/officeart/2016/7/layout/RepeatingBendingProcessNew"/>
    <dgm:cxn modelId="{F01E4C5E-AB17-4D8F-97FA-AA890FB1F427}" type="presParOf" srcId="{84D0C9F5-2E1F-4591-924C-74BA506E7C24}" destId="{3C1E359C-99C3-468B-8177-A9710AA1D0F7}" srcOrd="10" destOrd="0" presId="urn:microsoft.com/office/officeart/2016/7/layout/RepeatingBendingProcessNew"/>
    <dgm:cxn modelId="{9224A311-5885-46EB-B4DC-1CEE05550BF2}" type="presParOf" srcId="{84D0C9F5-2E1F-4591-924C-74BA506E7C24}" destId="{EF81A504-ED16-457E-9AC4-DD2F21DB726D}" srcOrd="11" destOrd="0" presId="urn:microsoft.com/office/officeart/2016/7/layout/RepeatingBendingProcessNew"/>
    <dgm:cxn modelId="{FB30B78E-AAC1-43EF-826C-0DA83C6847D1}" type="presParOf" srcId="{EF81A504-ED16-457E-9AC4-DD2F21DB726D}" destId="{E9C1AFA7-0129-4F64-A7CC-999BE14B6576}" srcOrd="0" destOrd="0" presId="urn:microsoft.com/office/officeart/2016/7/layout/RepeatingBendingProcessNew"/>
    <dgm:cxn modelId="{6A44FF38-6B30-45F0-8AEC-742F1BF52CA1}" type="presParOf" srcId="{84D0C9F5-2E1F-4591-924C-74BA506E7C24}" destId="{0BE262F9-730D-428C-BE47-C24A8C6B9CF0}" srcOrd="12" destOrd="0" presId="urn:microsoft.com/office/officeart/2016/7/layout/RepeatingBendingProcessNew"/>
    <dgm:cxn modelId="{7E4B009A-7453-4DE9-B77A-0F2D4EFCCD69}" type="presParOf" srcId="{84D0C9F5-2E1F-4591-924C-74BA506E7C24}" destId="{F2876644-B87D-4C71-88CE-39ECDA65895B}" srcOrd="13" destOrd="0" presId="urn:microsoft.com/office/officeart/2016/7/layout/RepeatingBendingProcessNew"/>
    <dgm:cxn modelId="{CA0A616C-B652-43FD-BB93-A8A76EB72CC2}" type="presParOf" srcId="{F2876644-B87D-4C71-88CE-39ECDA65895B}" destId="{E85BCF48-07C5-4900-9755-DBDCCF82C71E}" srcOrd="0" destOrd="0" presId="urn:microsoft.com/office/officeart/2016/7/layout/RepeatingBendingProcessNew"/>
    <dgm:cxn modelId="{72E09C6D-763F-476B-8257-0CD56459D02D}" type="presParOf" srcId="{84D0C9F5-2E1F-4591-924C-74BA506E7C24}" destId="{D553BC54-BDE5-4EDF-86D1-57B5E023D912}" srcOrd="14" destOrd="0" presId="urn:microsoft.com/office/officeart/2016/7/layout/RepeatingBendingProcessNew"/>
    <dgm:cxn modelId="{2442B0EC-0591-4B15-B20C-2F0BEB25465C}" type="presParOf" srcId="{84D0C9F5-2E1F-4591-924C-74BA506E7C24}" destId="{88E84C86-DDB7-4B16-A324-AB8DEB4984DA}" srcOrd="15" destOrd="0" presId="urn:microsoft.com/office/officeart/2016/7/layout/RepeatingBendingProcessNew"/>
    <dgm:cxn modelId="{768A6842-8F64-4340-A9F8-0E6FC367E68C}" type="presParOf" srcId="{88E84C86-DDB7-4B16-A324-AB8DEB4984DA}" destId="{6C0E5035-051F-4BF2-AB5E-D97D0F4F8DC0}" srcOrd="0" destOrd="0" presId="urn:microsoft.com/office/officeart/2016/7/layout/RepeatingBendingProcessNew"/>
    <dgm:cxn modelId="{60156528-3569-40C1-ACB4-2CB21B6717C3}" type="presParOf" srcId="{84D0C9F5-2E1F-4591-924C-74BA506E7C24}" destId="{72F3D987-8298-46E5-93CD-76F503CA5F06}" srcOrd="16" destOrd="0" presId="urn:microsoft.com/office/officeart/2016/7/layout/RepeatingBendingProcessNew"/>
    <dgm:cxn modelId="{02CE24EE-BCFC-4BFE-971A-969F443F0F7E}" type="presParOf" srcId="{84D0C9F5-2E1F-4591-924C-74BA506E7C24}" destId="{8FDC4443-F113-4403-AEE5-C4EA35C64254}" srcOrd="17" destOrd="0" presId="urn:microsoft.com/office/officeart/2016/7/layout/RepeatingBendingProcessNew"/>
    <dgm:cxn modelId="{C3ECAADD-6B5A-42EC-82D4-EA36275B64FB}" type="presParOf" srcId="{8FDC4443-F113-4403-AEE5-C4EA35C64254}" destId="{52612203-6A2D-4F78-BA64-9390C754FEC7}" srcOrd="0" destOrd="0" presId="urn:microsoft.com/office/officeart/2016/7/layout/RepeatingBendingProcessNew"/>
    <dgm:cxn modelId="{0DD4A6E3-3987-43E8-8E0A-32AE1CB0D927}" type="presParOf" srcId="{84D0C9F5-2E1F-4591-924C-74BA506E7C24}" destId="{C22FB930-ABEC-4BC1-A4EB-C8C67D413143}" srcOrd="18" destOrd="0" presId="urn:microsoft.com/office/officeart/2016/7/layout/RepeatingBendingProcessNew"/>
    <dgm:cxn modelId="{0F211C4F-603D-406E-A959-4AECE2654ED5}" type="presParOf" srcId="{84D0C9F5-2E1F-4591-924C-74BA506E7C24}" destId="{11338CD2-A070-42BB-8758-FC898CD748B7}" srcOrd="19" destOrd="0" presId="urn:microsoft.com/office/officeart/2016/7/layout/RepeatingBendingProcessNew"/>
    <dgm:cxn modelId="{ADB18636-B986-4751-ADC2-A09781325BAB}" type="presParOf" srcId="{11338CD2-A070-42BB-8758-FC898CD748B7}" destId="{392A697F-3847-46ED-A807-99438F07A6EB}" srcOrd="0" destOrd="0" presId="urn:microsoft.com/office/officeart/2016/7/layout/RepeatingBendingProcessNew"/>
    <dgm:cxn modelId="{C9B49241-6C65-4E67-9474-2E511B9D89F7}" type="presParOf" srcId="{84D0C9F5-2E1F-4591-924C-74BA506E7C24}" destId="{B839EF4C-E5E6-46A2-B241-27E939BAF743}" srcOrd="20" destOrd="0" presId="urn:microsoft.com/office/officeart/2016/7/layout/RepeatingBendingProcessNew"/>
    <dgm:cxn modelId="{F6F919C1-7E2C-4C1C-812E-22E774653D1D}" type="presParOf" srcId="{84D0C9F5-2E1F-4591-924C-74BA506E7C24}" destId="{B5EEBB4E-BBB8-43ED-840B-39E9D7CA8E94}" srcOrd="21" destOrd="0" presId="urn:microsoft.com/office/officeart/2016/7/layout/RepeatingBendingProcessNew"/>
    <dgm:cxn modelId="{70A4CD43-3C9A-40C8-8ED2-D182B0CBD51C}" type="presParOf" srcId="{B5EEBB4E-BBB8-43ED-840B-39E9D7CA8E94}" destId="{81E58B85-A481-4534-B564-7E0F3CC9818F}" srcOrd="0" destOrd="0" presId="urn:microsoft.com/office/officeart/2016/7/layout/RepeatingBendingProcessNew"/>
    <dgm:cxn modelId="{7518B10E-C9D2-4413-9D53-6CBEC90EEF0B}" type="presParOf" srcId="{84D0C9F5-2E1F-4591-924C-74BA506E7C24}" destId="{6C4C9F72-A2CA-40EF-8A0C-A6F7F692EB0F}" srcOrd="22" destOrd="0" presId="urn:microsoft.com/office/officeart/2016/7/layout/RepeatingBendingProcessNew"/>
    <dgm:cxn modelId="{25108C06-DF50-4597-8FF8-A52E487EA48F}" type="presParOf" srcId="{84D0C9F5-2E1F-4591-924C-74BA506E7C24}" destId="{374F5B0F-EB82-420B-B26A-F410782957AB}" srcOrd="23" destOrd="0" presId="urn:microsoft.com/office/officeart/2016/7/layout/RepeatingBendingProcessNew"/>
    <dgm:cxn modelId="{E2574B4A-B13F-4918-A32F-5900013194BF}" type="presParOf" srcId="{374F5B0F-EB82-420B-B26A-F410782957AB}" destId="{617AC52F-C467-44A3-AD9C-1B4B8C9BEC31}" srcOrd="0" destOrd="0" presId="urn:microsoft.com/office/officeart/2016/7/layout/RepeatingBendingProcessNew"/>
    <dgm:cxn modelId="{E750E9B6-C46A-41BB-AB88-E51F91F36011}" type="presParOf" srcId="{84D0C9F5-2E1F-4591-924C-74BA506E7C24}" destId="{9D740611-835F-4B50-BAF7-14EE8E6FD1A4}" srcOrd="24" destOrd="0" presId="urn:microsoft.com/office/officeart/2016/7/layout/RepeatingBendingProcessNew"/>
    <dgm:cxn modelId="{79407878-C930-47B4-8AB4-9FE70D2A06CF}" type="presParOf" srcId="{84D0C9F5-2E1F-4591-924C-74BA506E7C24}" destId="{19AF59C3-FC63-40B1-AD32-0BB900C4B201}" srcOrd="25" destOrd="0" presId="urn:microsoft.com/office/officeart/2016/7/layout/RepeatingBendingProcessNew"/>
    <dgm:cxn modelId="{501A4AB5-A977-4BA1-A43B-61094481457A}" type="presParOf" srcId="{19AF59C3-FC63-40B1-AD32-0BB900C4B201}" destId="{79E01021-3562-4C5B-9C36-B6EE1C7572C7}" srcOrd="0" destOrd="0" presId="urn:microsoft.com/office/officeart/2016/7/layout/RepeatingBendingProcessNew"/>
    <dgm:cxn modelId="{93492C17-B576-4B6E-94BC-DCCFDFE5C2DD}" type="presParOf" srcId="{84D0C9F5-2E1F-4591-924C-74BA506E7C24}" destId="{460FF2A1-9566-42B1-9559-42200AF4E915}" srcOrd="26" destOrd="0" presId="urn:microsoft.com/office/officeart/2016/7/layout/RepeatingBendingProcessNew"/>
    <dgm:cxn modelId="{3826D2E3-02D2-4E9B-BDA5-7145F6322BF7}" type="presParOf" srcId="{84D0C9F5-2E1F-4591-924C-74BA506E7C24}" destId="{B5A640F2-F1FA-459B-8642-20565348BCE4}" srcOrd="27" destOrd="0" presId="urn:microsoft.com/office/officeart/2016/7/layout/RepeatingBendingProcessNew"/>
    <dgm:cxn modelId="{7FDABCB8-AD4E-4AA8-A61F-28E231DD5694}" type="presParOf" srcId="{B5A640F2-F1FA-459B-8642-20565348BCE4}" destId="{552A37F6-2436-4EA7-B83C-1456DD989803}" srcOrd="0" destOrd="0" presId="urn:microsoft.com/office/officeart/2016/7/layout/RepeatingBendingProcessNew"/>
    <dgm:cxn modelId="{2839F9B5-60E8-4C3A-9A04-86D8E4348B04}" type="presParOf" srcId="{84D0C9F5-2E1F-4591-924C-74BA506E7C24}" destId="{BE91BA8E-0D19-4DEC-93DE-BD71D862E928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25C7B-E04C-480E-9418-79317B2A11C3}">
      <dsp:nvSpPr>
        <dsp:cNvPr id="0" name=""/>
        <dsp:cNvSpPr/>
      </dsp:nvSpPr>
      <dsp:spPr>
        <a:xfrm>
          <a:off x="415484" y="2284"/>
          <a:ext cx="2999022" cy="17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Process Steps:</a:t>
          </a:r>
          <a:endParaRPr lang="en-US" sz="2300" kern="1200"/>
        </a:p>
      </dsp:txBody>
      <dsp:txXfrm>
        <a:off x="415484" y="2284"/>
        <a:ext cx="2999022" cy="1799413"/>
      </dsp:txXfrm>
    </dsp:sp>
    <dsp:sp modelId="{D8600F5E-45F7-4EF8-B374-6D83E2EAEABB}">
      <dsp:nvSpPr>
        <dsp:cNvPr id="0" name=""/>
        <dsp:cNvSpPr/>
      </dsp:nvSpPr>
      <dsp:spPr>
        <a:xfrm>
          <a:off x="3714409" y="2284"/>
          <a:ext cx="2999022" cy="17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 Cleaning:</a:t>
          </a:r>
          <a:r>
            <a:rPr lang="en-US" sz="2300" kern="1200"/>
            <a:t> Missing value imputation, data type conversion, categorical encoding</a:t>
          </a:r>
        </a:p>
      </dsp:txBody>
      <dsp:txXfrm>
        <a:off x="3714409" y="2284"/>
        <a:ext cx="2999022" cy="1799413"/>
      </dsp:txXfrm>
    </dsp:sp>
    <dsp:sp modelId="{6B6120B3-CC62-4000-A8B2-2E1EAD2CDD78}">
      <dsp:nvSpPr>
        <dsp:cNvPr id="0" name=""/>
        <dsp:cNvSpPr/>
      </dsp:nvSpPr>
      <dsp:spPr>
        <a:xfrm>
          <a:off x="7013334" y="2284"/>
          <a:ext cx="2999022" cy="17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Feature Creation:</a:t>
          </a:r>
          <a:r>
            <a:rPr lang="en-US" sz="23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Tenure groups (0-12, 12-24, 24-48, 48+ months)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Total services count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Charges per service ratio (Monthly charges ÷ Number of services)</a:t>
          </a:r>
        </a:p>
      </dsp:txBody>
      <dsp:txXfrm>
        <a:off x="7013334" y="2284"/>
        <a:ext cx="2999022" cy="1799413"/>
      </dsp:txXfrm>
    </dsp:sp>
    <dsp:sp modelId="{B34CC321-3F0B-4D67-A608-5CBF5CD4415C}">
      <dsp:nvSpPr>
        <dsp:cNvPr id="0" name=""/>
        <dsp:cNvSpPr/>
      </dsp:nvSpPr>
      <dsp:spPr>
        <a:xfrm>
          <a:off x="415484" y="2101600"/>
          <a:ext cx="2999022" cy="17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Scaling:</a:t>
          </a:r>
          <a:r>
            <a:rPr lang="en-US" sz="2300" kern="1200"/>
            <a:t> StandardScaler for numerical features, string indexing for categorical</a:t>
          </a:r>
        </a:p>
      </dsp:txBody>
      <dsp:txXfrm>
        <a:off x="415484" y="2101600"/>
        <a:ext cx="2999022" cy="1799413"/>
      </dsp:txXfrm>
    </dsp:sp>
    <dsp:sp modelId="{8F4D2951-B284-43E6-8BBC-2F9312BCC559}">
      <dsp:nvSpPr>
        <dsp:cNvPr id="0" name=""/>
        <dsp:cNvSpPr/>
      </dsp:nvSpPr>
      <dsp:spPr>
        <a:xfrm>
          <a:off x="3714409" y="2101600"/>
          <a:ext cx="2999022" cy="17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Pipeline:</a:t>
          </a:r>
          <a:r>
            <a:rPr lang="en-US" sz="2300" kern="1200"/>
            <a:t> PySpark ML Pipeline for reproducible preprocessing</a:t>
          </a:r>
        </a:p>
      </dsp:txBody>
      <dsp:txXfrm>
        <a:off x="3714409" y="2101600"/>
        <a:ext cx="2999022" cy="1799413"/>
      </dsp:txXfrm>
    </dsp:sp>
    <dsp:sp modelId="{9DC2DDF5-2395-4C22-9F9C-4367DF269594}">
      <dsp:nvSpPr>
        <dsp:cNvPr id="0" name=""/>
        <dsp:cNvSpPr/>
      </dsp:nvSpPr>
      <dsp:spPr>
        <a:xfrm>
          <a:off x="7013334" y="2101600"/>
          <a:ext cx="2999022" cy="17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Final Feature Set:</a:t>
          </a:r>
          <a:r>
            <a:rPr lang="en-US" sz="2300" kern="1200"/>
            <a:t> 28 variables (17 categorical indexed + 5 numerical features)</a:t>
          </a:r>
        </a:p>
      </dsp:txBody>
      <dsp:txXfrm>
        <a:off x="7013334" y="2101600"/>
        <a:ext cx="2999022" cy="1799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D84C4-1D6C-4DF8-8821-2B6BF1CE7157}">
      <dsp:nvSpPr>
        <dsp:cNvPr id="0" name=""/>
        <dsp:cNvSpPr/>
      </dsp:nvSpPr>
      <dsp:spPr>
        <a:xfrm>
          <a:off x="0" y="867"/>
          <a:ext cx="5943599" cy="369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Logistic Regression (Winner):</a:t>
          </a:r>
          <a:endParaRPr lang="en-US" sz="1100" kern="1200"/>
        </a:p>
      </dsp:txBody>
      <dsp:txXfrm>
        <a:off x="18023" y="18890"/>
        <a:ext cx="5907553" cy="333162"/>
      </dsp:txXfrm>
    </dsp:sp>
    <dsp:sp modelId="{045A0CE9-A40F-4E14-9F71-41586C67E32C}">
      <dsp:nvSpPr>
        <dsp:cNvPr id="0" name=""/>
        <dsp:cNvSpPr/>
      </dsp:nvSpPr>
      <dsp:spPr>
        <a:xfrm>
          <a:off x="0" y="401755"/>
          <a:ext cx="5943599" cy="369208"/>
        </a:xfrm>
        <a:prstGeom prst="roundRect">
          <a:avLst/>
        </a:prstGeom>
        <a:solidFill>
          <a:schemeClr val="accent2">
            <a:hueOff val="-57286"/>
            <a:satOff val="443"/>
            <a:lumOff val="4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AUC-ROC: 83.8%</a:t>
          </a:r>
        </a:p>
      </dsp:txBody>
      <dsp:txXfrm>
        <a:off x="18023" y="419778"/>
        <a:ext cx="5907553" cy="333162"/>
      </dsp:txXfrm>
    </dsp:sp>
    <dsp:sp modelId="{ECF42EBF-0E3E-4064-93F1-4787B5847F66}">
      <dsp:nvSpPr>
        <dsp:cNvPr id="0" name=""/>
        <dsp:cNvSpPr/>
      </dsp:nvSpPr>
      <dsp:spPr>
        <a:xfrm>
          <a:off x="0" y="802643"/>
          <a:ext cx="5943599" cy="369208"/>
        </a:xfrm>
        <a:prstGeom prst="roundRect">
          <a:avLst/>
        </a:prstGeom>
        <a:solidFill>
          <a:schemeClr val="accent2">
            <a:hueOff val="-114572"/>
            <a:satOff val="887"/>
            <a:lumOff val="8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Accuracy: 79.9%</a:t>
          </a:r>
        </a:p>
      </dsp:txBody>
      <dsp:txXfrm>
        <a:off x="18023" y="820666"/>
        <a:ext cx="5907553" cy="333162"/>
      </dsp:txXfrm>
    </dsp:sp>
    <dsp:sp modelId="{1E687542-C7A5-41E2-A68D-7099910CAEFA}">
      <dsp:nvSpPr>
        <dsp:cNvPr id="0" name=""/>
        <dsp:cNvSpPr/>
      </dsp:nvSpPr>
      <dsp:spPr>
        <a:xfrm>
          <a:off x="0" y="1203531"/>
          <a:ext cx="5943599" cy="369208"/>
        </a:xfrm>
        <a:prstGeom prst="roundRect">
          <a:avLst/>
        </a:prstGeom>
        <a:solidFill>
          <a:schemeClr val="accent2">
            <a:hueOff val="-171857"/>
            <a:satOff val="1330"/>
            <a:lumOff val="12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Precision: 78.8%</a:t>
          </a:r>
        </a:p>
      </dsp:txBody>
      <dsp:txXfrm>
        <a:off x="18023" y="1221554"/>
        <a:ext cx="5907553" cy="333162"/>
      </dsp:txXfrm>
    </dsp:sp>
    <dsp:sp modelId="{1E98525D-592E-403D-9539-5B1F4E654C60}">
      <dsp:nvSpPr>
        <dsp:cNvPr id="0" name=""/>
        <dsp:cNvSpPr/>
      </dsp:nvSpPr>
      <dsp:spPr>
        <a:xfrm>
          <a:off x="0" y="1604419"/>
          <a:ext cx="5943599" cy="369208"/>
        </a:xfrm>
        <a:prstGeom prst="roundRect">
          <a:avLst/>
        </a:prstGeom>
        <a:solidFill>
          <a:schemeClr val="accent2">
            <a:hueOff val="-229143"/>
            <a:satOff val="1773"/>
            <a:lumOff val="1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Recall: 79.9%</a:t>
          </a:r>
        </a:p>
      </dsp:txBody>
      <dsp:txXfrm>
        <a:off x="18023" y="1622442"/>
        <a:ext cx="5907553" cy="333162"/>
      </dsp:txXfrm>
    </dsp:sp>
    <dsp:sp modelId="{656FEC94-CB02-485E-A91B-C54BEF09697B}">
      <dsp:nvSpPr>
        <dsp:cNvPr id="0" name=""/>
        <dsp:cNvSpPr/>
      </dsp:nvSpPr>
      <dsp:spPr>
        <a:xfrm>
          <a:off x="0" y="2005307"/>
          <a:ext cx="5943599" cy="369208"/>
        </a:xfrm>
        <a:prstGeom prst="roundRect">
          <a:avLst/>
        </a:prstGeom>
        <a:solidFill>
          <a:schemeClr val="accent2">
            <a:hueOff val="-286429"/>
            <a:satOff val="2217"/>
            <a:lumOff val="2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F1-Score: 78.7%</a:t>
          </a:r>
        </a:p>
      </dsp:txBody>
      <dsp:txXfrm>
        <a:off x="18023" y="2023330"/>
        <a:ext cx="5907553" cy="333162"/>
      </dsp:txXfrm>
    </dsp:sp>
    <dsp:sp modelId="{F9AD382E-2AF0-44B7-847E-4A8DEE4B0D46}">
      <dsp:nvSpPr>
        <dsp:cNvPr id="0" name=""/>
        <dsp:cNvSpPr/>
      </dsp:nvSpPr>
      <dsp:spPr>
        <a:xfrm>
          <a:off x="0" y="2406195"/>
          <a:ext cx="5943599" cy="369208"/>
        </a:xfrm>
        <a:prstGeom prst="roundRect">
          <a:avLst/>
        </a:prstGeom>
        <a:solidFill>
          <a:schemeClr val="accent2">
            <a:hueOff val="-343715"/>
            <a:satOff val="2660"/>
            <a:lumOff val="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Random Forest:</a:t>
          </a:r>
          <a:endParaRPr lang="en-US" sz="1100" kern="1200"/>
        </a:p>
      </dsp:txBody>
      <dsp:txXfrm>
        <a:off x="18023" y="2424218"/>
        <a:ext cx="5907553" cy="333162"/>
      </dsp:txXfrm>
    </dsp:sp>
    <dsp:sp modelId="{DC95F82E-9492-4284-9952-973AC65D8BB8}">
      <dsp:nvSpPr>
        <dsp:cNvPr id="0" name=""/>
        <dsp:cNvSpPr/>
      </dsp:nvSpPr>
      <dsp:spPr>
        <a:xfrm>
          <a:off x="0" y="2807084"/>
          <a:ext cx="5943599" cy="369208"/>
        </a:xfrm>
        <a:prstGeom prst="roundRect">
          <a:avLst/>
        </a:prstGeom>
        <a:solidFill>
          <a:schemeClr val="accent2">
            <a:hueOff val="-401000"/>
            <a:satOff val="3103"/>
            <a:lumOff val="28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AUC-ROC: 83.7%</a:t>
          </a:r>
        </a:p>
      </dsp:txBody>
      <dsp:txXfrm>
        <a:off x="18023" y="2825107"/>
        <a:ext cx="5907553" cy="333162"/>
      </dsp:txXfrm>
    </dsp:sp>
    <dsp:sp modelId="{1DFEF203-2AA2-4EE4-AEED-2E57A62F69E0}">
      <dsp:nvSpPr>
        <dsp:cNvPr id="0" name=""/>
        <dsp:cNvSpPr/>
      </dsp:nvSpPr>
      <dsp:spPr>
        <a:xfrm>
          <a:off x="0" y="3207972"/>
          <a:ext cx="5943599" cy="369208"/>
        </a:xfrm>
        <a:prstGeom prst="roundRect">
          <a:avLst/>
        </a:prstGeom>
        <a:solidFill>
          <a:schemeClr val="accent2">
            <a:hueOff val="-458286"/>
            <a:satOff val="3547"/>
            <a:lumOff val="32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Accuracy: 79.1%</a:t>
          </a:r>
        </a:p>
      </dsp:txBody>
      <dsp:txXfrm>
        <a:off x="18023" y="3225995"/>
        <a:ext cx="5907553" cy="333162"/>
      </dsp:txXfrm>
    </dsp:sp>
    <dsp:sp modelId="{B4582FB9-4144-4F24-B26C-6646C1496E25}">
      <dsp:nvSpPr>
        <dsp:cNvPr id="0" name=""/>
        <dsp:cNvSpPr/>
      </dsp:nvSpPr>
      <dsp:spPr>
        <a:xfrm>
          <a:off x="0" y="3608860"/>
          <a:ext cx="5943599" cy="369208"/>
        </a:xfrm>
        <a:prstGeom prst="roundRect">
          <a:avLst/>
        </a:prstGeom>
        <a:solidFill>
          <a:schemeClr val="accent2">
            <a:hueOff val="-515572"/>
            <a:satOff val="3990"/>
            <a:lumOff val="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Precision: 78.0%</a:t>
          </a:r>
        </a:p>
      </dsp:txBody>
      <dsp:txXfrm>
        <a:off x="18023" y="3626883"/>
        <a:ext cx="5907553" cy="333162"/>
      </dsp:txXfrm>
    </dsp:sp>
    <dsp:sp modelId="{162B1BA5-867A-4AAF-9516-413D3553E4B3}">
      <dsp:nvSpPr>
        <dsp:cNvPr id="0" name=""/>
        <dsp:cNvSpPr/>
      </dsp:nvSpPr>
      <dsp:spPr>
        <a:xfrm>
          <a:off x="0" y="4009748"/>
          <a:ext cx="5943599" cy="369208"/>
        </a:xfrm>
        <a:prstGeom prst="roundRect">
          <a:avLst/>
        </a:prstGeom>
        <a:solidFill>
          <a:schemeClr val="accent2">
            <a:hueOff val="-572858"/>
            <a:satOff val="4433"/>
            <a:lumOff val="4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Recall: 79.1%</a:t>
          </a:r>
        </a:p>
      </dsp:txBody>
      <dsp:txXfrm>
        <a:off x="18023" y="4027771"/>
        <a:ext cx="5907553" cy="333162"/>
      </dsp:txXfrm>
    </dsp:sp>
    <dsp:sp modelId="{49E2C3AB-A837-4412-B414-7ABE8A2BF0AF}">
      <dsp:nvSpPr>
        <dsp:cNvPr id="0" name=""/>
        <dsp:cNvSpPr/>
      </dsp:nvSpPr>
      <dsp:spPr>
        <a:xfrm>
          <a:off x="0" y="4410636"/>
          <a:ext cx="5943599" cy="369208"/>
        </a:xfrm>
        <a:prstGeom prst="roundRect">
          <a:avLst/>
        </a:prstGeom>
        <a:solidFill>
          <a:schemeClr val="accent2">
            <a:hueOff val="-630143"/>
            <a:satOff val="4877"/>
            <a:lumOff val="44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F1-Score: 78.1%</a:t>
          </a:r>
        </a:p>
      </dsp:txBody>
      <dsp:txXfrm>
        <a:off x="18023" y="4428659"/>
        <a:ext cx="5907553" cy="333162"/>
      </dsp:txXfrm>
    </dsp:sp>
    <dsp:sp modelId="{61FD29D4-0289-4B4A-A997-FAA665E2279E}">
      <dsp:nvSpPr>
        <dsp:cNvPr id="0" name=""/>
        <dsp:cNvSpPr/>
      </dsp:nvSpPr>
      <dsp:spPr>
        <a:xfrm>
          <a:off x="0" y="4811524"/>
          <a:ext cx="5943599" cy="369208"/>
        </a:xfrm>
        <a:prstGeom prst="roundRect">
          <a:avLst/>
        </a:prstGeom>
        <a:solidFill>
          <a:schemeClr val="accent2">
            <a:hueOff val="-687429"/>
            <a:satOff val="5320"/>
            <a:lumOff val="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Key Finding:</a:t>
          </a:r>
          <a:r>
            <a:rPr lang="en-US" sz="1100" kern="1200"/>
            <a:t> Logistic Regression outperformed Random Forest, demonstrating that linear relationships were sufficient for this dataset while providing better interpretability.</a:t>
          </a:r>
        </a:p>
      </dsp:txBody>
      <dsp:txXfrm>
        <a:off x="18023" y="4829547"/>
        <a:ext cx="5907553" cy="3331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6043D-E6FA-4340-9234-3B8A6561DB28}">
      <dsp:nvSpPr>
        <dsp:cNvPr id="0" name=""/>
        <dsp:cNvSpPr/>
      </dsp:nvSpPr>
      <dsp:spPr>
        <a:xfrm>
          <a:off x="0" y="632"/>
          <a:ext cx="66674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8D72F-E812-424F-A6F6-DC58CCEE837D}">
      <dsp:nvSpPr>
        <dsp:cNvPr id="0" name=""/>
        <dsp:cNvSpPr/>
      </dsp:nvSpPr>
      <dsp:spPr>
        <a:xfrm>
          <a:off x="0" y="632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Top 8 Most Important Features (Random Forest Analysis):</a:t>
          </a:r>
          <a:endParaRPr lang="en-US" sz="1500" kern="1200"/>
        </a:p>
      </dsp:txBody>
      <dsp:txXfrm>
        <a:off x="0" y="632"/>
        <a:ext cx="6667499" cy="518033"/>
      </dsp:txXfrm>
    </dsp:sp>
    <dsp:sp modelId="{B32C760A-B099-4737-B6DD-73A22D2B5AE8}">
      <dsp:nvSpPr>
        <dsp:cNvPr id="0" name=""/>
        <dsp:cNvSpPr/>
      </dsp:nvSpPr>
      <dsp:spPr>
        <a:xfrm>
          <a:off x="0" y="518666"/>
          <a:ext cx="666749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BE23E-44F3-4544-BAA8-293C693F7299}">
      <dsp:nvSpPr>
        <dsp:cNvPr id="0" name=""/>
        <dsp:cNvSpPr/>
      </dsp:nvSpPr>
      <dsp:spPr>
        <a:xfrm>
          <a:off x="0" y="518666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Contract Type: 16.3%</a:t>
          </a:r>
        </a:p>
      </dsp:txBody>
      <dsp:txXfrm>
        <a:off x="0" y="518666"/>
        <a:ext cx="6667499" cy="518033"/>
      </dsp:txXfrm>
    </dsp:sp>
    <dsp:sp modelId="{B1028F7E-7B17-4FCE-A0D9-7519EB42839D}">
      <dsp:nvSpPr>
        <dsp:cNvPr id="0" name=""/>
        <dsp:cNvSpPr/>
      </dsp:nvSpPr>
      <dsp:spPr>
        <a:xfrm>
          <a:off x="0" y="1036699"/>
          <a:ext cx="66674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949D0-EA7D-4F02-8E39-9A88899C22D5}">
      <dsp:nvSpPr>
        <dsp:cNvPr id="0" name=""/>
        <dsp:cNvSpPr/>
      </dsp:nvSpPr>
      <dsp:spPr>
        <a:xfrm>
          <a:off x="0" y="1036699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Tenure: 14.5%</a:t>
          </a:r>
        </a:p>
      </dsp:txBody>
      <dsp:txXfrm>
        <a:off x="0" y="1036699"/>
        <a:ext cx="6667499" cy="518033"/>
      </dsp:txXfrm>
    </dsp:sp>
    <dsp:sp modelId="{2BF06166-D0A7-4B45-A455-E0C2331EC257}">
      <dsp:nvSpPr>
        <dsp:cNvPr id="0" name=""/>
        <dsp:cNvSpPr/>
      </dsp:nvSpPr>
      <dsp:spPr>
        <a:xfrm>
          <a:off x="0" y="1554733"/>
          <a:ext cx="66674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0404D-9AF5-46F1-A390-BE7B7DA4D71F}">
      <dsp:nvSpPr>
        <dsp:cNvPr id="0" name=""/>
        <dsp:cNvSpPr/>
      </dsp:nvSpPr>
      <dsp:spPr>
        <a:xfrm>
          <a:off x="0" y="1554733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Charges Per Service: 9.9%</a:t>
          </a:r>
        </a:p>
      </dsp:txBody>
      <dsp:txXfrm>
        <a:off x="0" y="1554733"/>
        <a:ext cx="6667499" cy="518033"/>
      </dsp:txXfrm>
    </dsp:sp>
    <dsp:sp modelId="{B70C8146-C707-4117-8C07-30376961795F}">
      <dsp:nvSpPr>
        <dsp:cNvPr id="0" name=""/>
        <dsp:cNvSpPr/>
      </dsp:nvSpPr>
      <dsp:spPr>
        <a:xfrm>
          <a:off x="0" y="2072766"/>
          <a:ext cx="666749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DE481-7478-4A97-A60F-BBDB766F6497}">
      <dsp:nvSpPr>
        <dsp:cNvPr id="0" name=""/>
        <dsp:cNvSpPr/>
      </dsp:nvSpPr>
      <dsp:spPr>
        <a:xfrm>
          <a:off x="0" y="2072766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Total Charges: 9.0%</a:t>
          </a:r>
        </a:p>
      </dsp:txBody>
      <dsp:txXfrm>
        <a:off x="0" y="2072766"/>
        <a:ext cx="6667499" cy="518033"/>
      </dsp:txXfrm>
    </dsp:sp>
    <dsp:sp modelId="{07B0819E-A3E1-41F4-ACD7-F89613D8E652}">
      <dsp:nvSpPr>
        <dsp:cNvPr id="0" name=""/>
        <dsp:cNvSpPr/>
      </dsp:nvSpPr>
      <dsp:spPr>
        <a:xfrm>
          <a:off x="0" y="2590800"/>
          <a:ext cx="66674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34DA2-5857-4890-8EE9-49CFC61B90B9}">
      <dsp:nvSpPr>
        <dsp:cNvPr id="0" name=""/>
        <dsp:cNvSpPr/>
      </dsp:nvSpPr>
      <dsp:spPr>
        <a:xfrm>
          <a:off x="0" y="2590800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Monthly Charges: 7.3%</a:t>
          </a:r>
        </a:p>
      </dsp:txBody>
      <dsp:txXfrm>
        <a:off x="0" y="2590800"/>
        <a:ext cx="6667499" cy="518033"/>
      </dsp:txXfrm>
    </dsp:sp>
    <dsp:sp modelId="{3217EAAA-C414-401C-AE71-096A3D19F82D}">
      <dsp:nvSpPr>
        <dsp:cNvPr id="0" name=""/>
        <dsp:cNvSpPr/>
      </dsp:nvSpPr>
      <dsp:spPr>
        <a:xfrm>
          <a:off x="0" y="3108833"/>
          <a:ext cx="666749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8726B-C88D-4FEE-A058-82795CD136F7}">
      <dsp:nvSpPr>
        <dsp:cNvPr id="0" name=""/>
        <dsp:cNvSpPr/>
      </dsp:nvSpPr>
      <dsp:spPr>
        <a:xfrm>
          <a:off x="0" y="3108833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Payment Method: 5.8%</a:t>
          </a:r>
        </a:p>
      </dsp:txBody>
      <dsp:txXfrm>
        <a:off x="0" y="3108833"/>
        <a:ext cx="6667499" cy="518033"/>
      </dsp:txXfrm>
    </dsp:sp>
    <dsp:sp modelId="{69EB7B38-165B-4542-9A4E-C4AEE1931B5D}">
      <dsp:nvSpPr>
        <dsp:cNvPr id="0" name=""/>
        <dsp:cNvSpPr/>
      </dsp:nvSpPr>
      <dsp:spPr>
        <a:xfrm>
          <a:off x="0" y="3626866"/>
          <a:ext cx="66674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3E871-62E9-474E-88E8-3B03F6DF2BE0}">
      <dsp:nvSpPr>
        <dsp:cNvPr id="0" name=""/>
        <dsp:cNvSpPr/>
      </dsp:nvSpPr>
      <dsp:spPr>
        <a:xfrm>
          <a:off x="0" y="3626866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Internet Service: 5.3%</a:t>
          </a:r>
        </a:p>
      </dsp:txBody>
      <dsp:txXfrm>
        <a:off x="0" y="3626866"/>
        <a:ext cx="6667499" cy="518033"/>
      </dsp:txXfrm>
    </dsp:sp>
    <dsp:sp modelId="{2357AFC1-E6CD-4756-BD91-1CD887047B82}">
      <dsp:nvSpPr>
        <dsp:cNvPr id="0" name=""/>
        <dsp:cNvSpPr/>
      </dsp:nvSpPr>
      <dsp:spPr>
        <a:xfrm>
          <a:off x="0" y="4144900"/>
          <a:ext cx="66674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5E76D-657C-4B3E-B997-A74E9F80C95E}">
      <dsp:nvSpPr>
        <dsp:cNvPr id="0" name=""/>
        <dsp:cNvSpPr/>
      </dsp:nvSpPr>
      <dsp:spPr>
        <a:xfrm>
          <a:off x="0" y="4144900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Online Security: 4.8%</a:t>
          </a:r>
        </a:p>
      </dsp:txBody>
      <dsp:txXfrm>
        <a:off x="0" y="4144900"/>
        <a:ext cx="6667499" cy="518033"/>
      </dsp:txXfrm>
    </dsp:sp>
    <dsp:sp modelId="{79FE77F4-8E7F-41A3-9C46-F039AF31840D}">
      <dsp:nvSpPr>
        <dsp:cNvPr id="0" name=""/>
        <dsp:cNvSpPr/>
      </dsp:nvSpPr>
      <dsp:spPr>
        <a:xfrm>
          <a:off x="0" y="4662933"/>
          <a:ext cx="666749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0DA8B-6E5D-4C66-8DBF-CE8FC82461EA}">
      <dsp:nvSpPr>
        <dsp:cNvPr id="0" name=""/>
        <dsp:cNvSpPr/>
      </dsp:nvSpPr>
      <dsp:spPr>
        <a:xfrm>
          <a:off x="0" y="4662933"/>
          <a:ext cx="6667499" cy="51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Insight:</a:t>
          </a:r>
          <a:r>
            <a:rPr lang="en-US" sz="1500" kern="1200"/>
            <a:t> Contract type dominates as the strongest predictor, with engineered features like charges per service providing valuable business insights.</a:t>
          </a:r>
        </a:p>
      </dsp:txBody>
      <dsp:txXfrm>
        <a:off x="0" y="4662933"/>
        <a:ext cx="6667499" cy="5180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B9E2B-ADF4-450F-8690-371E786F106D}">
      <dsp:nvSpPr>
        <dsp:cNvPr id="0" name=""/>
        <dsp:cNvSpPr/>
      </dsp:nvSpPr>
      <dsp:spPr>
        <a:xfrm>
          <a:off x="1828978" y="473271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02254" y="517006"/>
        <a:ext cx="19850" cy="3970"/>
      </dsp:txXfrm>
    </dsp:sp>
    <dsp:sp modelId="{591A50EA-2C45-4909-BA1A-7827085AAF3C}">
      <dsp:nvSpPr>
        <dsp:cNvPr id="0" name=""/>
        <dsp:cNvSpPr/>
      </dsp:nvSpPr>
      <dsp:spPr>
        <a:xfrm>
          <a:off x="104685" y="1164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Technical Enhancements:</a:t>
          </a:r>
          <a:endParaRPr lang="en-US" sz="1500" kern="1200"/>
        </a:p>
      </dsp:txBody>
      <dsp:txXfrm>
        <a:off x="104685" y="1164"/>
        <a:ext cx="1726092" cy="1035655"/>
      </dsp:txXfrm>
    </dsp:sp>
    <dsp:sp modelId="{7B0237C1-A042-4DA0-9057-FD519B999F9D}">
      <dsp:nvSpPr>
        <dsp:cNvPr id="0" name=""/>
        <dsp:cNvSpPr/>
      </dsp:nvSpPr>
      <dsp:spPr>
        <a:xfrm>
          <a:off x="3952072" y="473271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5348" y="517006"/>
        <a:ext cx="19850" cy="3970"/>
      </dsp:txXfrm>
    </dsp:sp>
    <dsp:sp modelId="{DBCC8557-9388-47C4-B180-9A9C852FE7BE}">
      <dsp:nvSpPr>
        <dsp:cNvPr id="0" name=""/>
        <dsp:cNvSpPr/>
      </dsp:nvSpPr>
      <dsp:spPr>
        <a:xfrm>
          <a:off x="2227779" y="1164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Deep Learning: Neural networks for complex patterns</a:t>
          </a:r>
        </a:p>
      </dsp:txBody>
      <dsp:txXfrm>
        <a:off x="2227779" y="1164"/>
        <a:ext cx="1726092" cy="1035655"/>
      </dsp:txXfrm>
    </dsp:sp>
    <dsp:sp modelId="{F97A5F59-DE16-4354-B697-86FCEBEA722F}">
      <dsp:nvSpPr>
        <dsp:cNvPr id="0" name=""/>
        <dsp:cNvSpPr/>
      </dsp:nvSpPr>
      <dsp:spPr>
        <a:xfrm>
          <a:off x="6075166" y="473271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48442" y="517006"/>
        <a:ext cx="19850" cy="3970"/>
      </dsp:txXfrm>
    </dsp:sp>
    <dsp:sp modelId="{BD2FAD77-AABE-4DA8-A238-D7F71B1F307C}">
      <dsp:nvSpPr>
        <dsp:cNvPr id="0" name=""/>
        <dsp:cNvSpPr/>
      </dsp:nvSpPr>
      <dsp:spPr>
        <a:xfrm>
          <a:off x="4350874" y="1164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Streaming Analytics: Real-time churn scoring with Spark Streaming</a:t>
          </a:r>
        </a:p>
      </dsp:txBody>
      <dsp:txXfrm>
        <a:off x="4350874" y="1164"/>
        <a:ext cx="1726092" cy="1035655"/>
      </dsp:txXfrm>
    </dsp:sp>
    <dsp:sp modelId="{C9A674E7-1008-4681-9533-7D1F0CD8E829}">
      <dsp:nvSpPr>
        <dsp:cNvPr id="0" name=""/>
        <dsp:cNvSpPr/>
      </dsp:nvSpPr>
      <dsp:spPr>
        <a:xfrm>
          <a:off x="8198261" y="473271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71536" y="517006"/>
        <a:ext cx="19850" cy="3970"/>
      </dsp:txXfrm>
    </dsp:sp>
    <dsp:sp modelId="{A0E592C1-D1BC-480A-ACC7-C432D524A867}">
      <dsp:nvSpPr>
        <dsp:cNvPr id="0" name=""/>
        <dsp:cNvSpPr/>
      </dsp:nvSpPr>
      <dsp:spPr>
        <a:xfrm>
          <a:off x="6473968" y="1164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Ensemble Methods: Advanced model combinations</a:t>
          </a:r>
        </a:p>
      </dsp:txBody>
      <dsp:txXfrm>
        <a:off x="6473968" y="1164"/>
        <a:ext cx="1726092" cy="1035655"/>
      </dsp:txXfrm>
    </dsp:sp>
    <dsp:sp modelId="{5E1ADD27-DD07-4DE1-843E-3F9959FC8DEE}">
      <dsp:nvSpPr>
        <dsp:cNvPr id="0" name=""/>
        <dsp:cNvSpPr/>
      </dsp:nvSpPr>
      <dsp:spPr>
        <a:xfrm>
          <a:off x="967732" y="1035019"/>
          <a:ext cx="8492376" cy="366401"/>
        </a:xfrm>
        <a:custGeom>
          <a:avLst/>
          <a:gdLst/>
          <a:ahLst/>
          <a:cxnLst/>
          <a:rect l="0" t="0" r="0" b="0"/>
          <a:pathLst>
            <a:path>
              <a:moveTo>
                <a:pt x="8492376" y="0"/>
              </a:moveTo>
              <a:lnTo>
                <a:pt x="8492376" y="200300"/>
              </a:lnTo>
              <a:lnTo>
                <a:pt x="0" y="200300"/>
              </a:lnTo>
              <a:lnTo>
                <a:pt x="0" y="36640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01379" y="1216235"/>
        <a:ext cx="425082" cy="3970"/>
      </dsp:txXfrm>
    </dsp:sp>
    <dsp:sp modelId="{DBB909AF-8CFA-4E9A-9ACD-3583E7659E1F}">
      <dsp:nvSpPr>
        <dsp:cNvPr id="0" name=""/>
        <dsp:cNvSpPr/>
      </dsp:nvSpPr>
      <dsp:spPr>
        <a:xfrm>
          <a:off x="8597062" y="1164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AutoML: Automated feature engineering and model selection</a:t>
          </a:r>
        </a:p>
      </dsp:txBody>
      <dsp:txXfrm>
        <a:off x="8597062" y="1164"/>
        <a:ext cx="1726092" cy="1035655"/>
      </dsp:txXfrm>
    </dsp:sp>
    <dsp:sp modelId="{EF81A504-ED16-457E-9AC4-DD2F21DB726D}">
      <dsp:nvSpPr>
        <dsp:cNvPr id="0" name=""/>
        <dsp:cNvSpPr/>
      </dsp:nvSpPr>
      <dsp:spPr>
        <a:xfrm>
          <a:off x="1828978" y="1905929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02254" y="1949663"/>
        <a:ext cx="19850" cy="3970"/>
      </dsp:txXfrm>
    </dsp:sp>
    <dsp:sp modelId="{3C1E359C-99C3-468B-8177-A9710AA1D0F7}">
      <dsp:nvSpPr>
        <dsp:cNvPr id="0" name=""/>
        <dsp:cNvSpPr/>
      </dsp:nvSpPr>
      <dsp:spPr>
        <a:xfrm>
          <a:off x="104685" y="1433821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Data Integration:</a:t>
          </a:r>
          <a:endParaRPr lang="en-US" sz="1500" kern="1200"/>
        </a:p>
      </dsp:txBody>
      <dsp:txXfrm>
        <a:off x="104685" y="1433821"/>
        <a:ext cx="1726092" cy="1035655"/>
      </dsp:txXfrm>
    </dsp:sp>
    <dsp:sp modelId="{F2876644-B87D-4C71-88CE-39ECDA65895B}">
      <dsp:nvSpPr>
        <dsp:cNvPr id="0" name=""/>
        <dsp:cNvSpPr/>
      </dsp:nvSpPr>
      <dsp:spPr>
        <a:xfrm>
          <a:off x="3952072" y="1905929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5348" y="1949663"/>
        <a:ext cx="19850" cy="3970"/>
      </dsp:txXfrm>
    </dsp:sp>
    <dsp:sp modelId="{0BE262F9-730D-428C-BE47-C24A8C6B9CF0}">
      <dsp:nvSpPr>
        <dsp:cNvPr id="0" name=""/>
        <dsp:cNvSpPr/>
      </dsp:nvSpPr>
      <dsp:spPr>
        <a:xfrm>
          <a:off x="2227779" y="1433821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External Data: Economic indicators, competitive analysis</a:t>
          </a:r>
        </a:p>
      </dsp:txBody>
      <dsp:txXfrm>
        <a:off x="2227779" y="1433821"/>
        <a:ext cx="1726092" cy="1035655"/>
      </dsp:txXfrm>
    </dsp:sp>
    <dsp:sp modelId="{88E84C86-DDB7-4B16-A324-AB8DEB4984DA}">
      <dsp:nvSpPr>
        <dsp:cNvPr id="0" name=""/>
        <dsp:cNvSpPr/>
      </dsp:nvSpPr>
      <dsp:spPr>
        <a:xfrm>
          <a:off x="6075166" y="1905929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48442" y="1949663"/>
        <a:ext cx="19850" cy="3970"/>
      </dsp:txXfrm>
    </dsp:sp>
    <dsp:sp modelId="{D553BC54-BDE5-4EDF-86D1-57B5E023D912}">
      <dsp:nvSpPr>
        <dsp:cNvPr id="0" name=""/>
        <dsp:cNvSpPr/>
      </dsp:nvSpPr>
      <dsp:spPr>
        <a:xfrm>
          <a:off x="4350874" y="1433821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Social Networks: Customer referral patterns</a:t>
          </a:r>
        </a:p>
      </dsp:txBody>
      <dsp:txXfrm>
        <a:off x="4350874" y="1433821"/>
        <a:ext cx="1726092" cy="1035655"/>
      </dsp:txXfrm>
    </dsp:sp>
    <dsp:sp modelId="{8FDC4443-F113-4403-AEE5-C4EA35C64254}">
      <dsp:nvSpPr>
        <dsp:cNvPr id="0" name=""/>
        <dsp:cNvSpPr/>
      </dsp:nvSpPr>
      <dsp:spPr>
        <a:xfrm>
          <a:off x="8198261" y="1905929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71536" y="1949663"/>
        <a:ext cx="19850" cy="3970"/>
      </dsp:txXfrm>
    </dsp:sp>
    <dsp:sp modelId="{72F3D987-8298-46E5-93CD-76F503CA5F06}">
      <dsp:nvSpPr>
        <dsp:cNvPr id="0" name=""/>
        <dsp:cNvSpPr/>
      </dsp:nvSpPr>
      <dsp:spPr>
        <a:xfrm>
          <a:off x="6473968" y="1433821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Text Analysis: Customer service interactions and sentiment</a:t>
          </a:r>
        </a:p>
      </dsp:txBody>
      <dsp:txXfrm>
        <a:off x="6473968" y="1433821"/>
        <a:ext cx="1726092" cy="1035655"/>
      </dsp:txXfrm>
    </dsp:sp>
    <dsp:sp modelId="{11338CD2-A070-42BB-8758-FC898CD748B7}">
      <dsp:nvSpPr>
        <dsp:cNvPr id="0" name=""/>
        <dsp:cNvSpPr/>
      </dsp:nvSpPr>
      <dsp:spPr>
        <a:xfrm>
          <a:off x="967732" y="2467676"/>
          <a:ext cx="8492376" cy="366401"/>
        </a:xfrm>
        <a:custGeom>
          <a:avLst/>
          <a:gdLst/>
          <a:ahLst/>
          <a:cxnLst/>
          <a:rect l="0" t="0" r="0" b="0"/>
          <a:pathLst>
            <a:path>
              <a:moveTo>
                <a:pt x="8492376" y="0"/>
              </a:moveTo>
              <a:lnTo>
                <a:pt x="8492376" y="200300"/>
              </a:lnTo>
              <a:lnTo>
                <a:pt x="0" y="200300"/>
              </a:lnTo>
              <a:lnTo>
                <a:pt x="0" y="36640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01379" y="2648892"/>
        <a:ext cx="425082" cy="3970"/>
      </dsp:txXfrm>
    </dsp:sp>
    <dsp:sp modelId="{C22FB930-ABEC-4BC1-A4EB-C8C67D413143}">
      <dsp:nvSpPr>
        <dsp:cNvPr id="0" name=""/>
        <dsp:cNvSpPr/>
      </dsp:nvSpPr>
      <dsp:spPr>
        <a:xfrm>
          <a:off x="8597062" y="1433821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IoT Data: Usage behavior patterns and service quality metrics</a:t>
          </a:r>
        </a:p>
      </dsp:txBody>
      <dsp:txXfrm>
        <a:off x="8597062" y="1433821"/>
        <a:ext cx="1726092" cy="1035655"/>
      </dsp:txXfrm>
    </dsp:sp>
    <dsp:sp modelId="{B5EEBB4E-BBB8-43ED-840B-39E9D7CA8E94}">
      <dsp:nvSpPr>
        <dsp:cNvPr id="0" name=""/>
        <dsp:cNvSpPr/>
      </dsp:nvSpPr>
      <dsp:spPr>
        <a:xfrm>
          <a:off x="1828978" y="3338586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02254" y="3382321"/>
        <a:ext cx="19850" cy="3970"/>
      </dsp:txXfrm>
    </dsp:sp>
    <dsp:sp modelId="{B839EF4C-E5E6-46A2-B241-27E939BAF743}">
      <dsp:nvSpPr>
        <dsp:cNvPr id="0" name=""/>
        <dsp:cNvSpPr/>
      </dsp:nvSpPr>
      <dsp:spPr>
        <a:xfrm>
          <a:off x="104685" y="2866478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Business Applications:</a:t>
          </a:r>
          <a:endParaRPr lang="en-US" sz="1500" kern="1200"/>
        </a:p>
      </dsp:txBody>
      <dsp:txXfrm>
        <a:off x="104685" y="2866478"/>
        <a:ext cx="1726092" cy="1035655"/>
      </dsp:txXfrm>
    </dsp:sp>
    <dsp:sp modelId="{374F5B0F-EB82-420B-B26A-F410782957AB}">
      <dsp:nvSpPr>
        <dsp:cNvPr id="0" name=""/>
        <dsp:cNvSpPr/>
      </dsp:nvSpPr>
      <dsp:spPr>
        <a:xfrm>
          <a:off x="3952072" y="3338586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5348" y="3382321"/>
        <a:ext cx="19850" cy="3970"/>
      </dsp:txXfrm>
    </dsp:sp>
    <dsp:sp modelId="{6C4C9F72-A2CA-40EF-8A0C-A6F7F692EB0F}">
      <dsp:nvSpPr>
        <dsp:cNvPr id="0" name=""/>
        <dsp:cNvSpPr/>
      </dsp:nvSpPr>
      <dsp:spPr>
        <a:xfrm>
          <a:off x="2227779" y="2866478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Cost-Sensitive Learning: Customer lifetime value integration</a:t>
          </a:r>
        </a:p>
      </dsp:txBody>
      <dsp:txXfrm>
        <a:off x="2227779" y="2866478"/>
        <a:ext cx="1726092" cy="1035655"/>
      </dsp:txXfrm>
    </dsp:sp>
    <dsp:sp modelId="{19AF59C3-FC63-40B1-AD32-0BB900C4B201}">
      <dsp:nvSpPr>
        <dsp:cNvPr id="0" name=""/>
        <dsp:cNvSpPr/>
      </dsp:nvSpPr>
      <dsp:spPr>
        <a:xfrm>
          <a:off x="6075166" y="3338586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48442" y="3382321"/>
        <a:ext cx="19850" cy="3970"/>
      </dsp:txXfrm>
    </dsp:sp>
    <dsp:sp modelId="{9D740611-835F-4B50-BAF7-14EE8E6FD1A4}">
      <dsp:nvSpPr>
        <dsp:cNvPr id="0" name=""/>
        <dsp:cNvSpPr/>
      </dsp:nvSpPr>
      <dsp:spPr>
        <a:xfrm>
          <a:off x="4350874" y="2866478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Personalized Retention: Individual strategy optimization based on risk factors</a:t>
          </a:r>
        </a:p>
      </dsp:txBody>
      <dsp:txXfrm>
        <a:off x="4350874" y="2866478"/>
        <a:ext cx="1726092" cy="1035655"/>
      </dsp:txXfrm>
    </dsp:sp>
    <dsp:sp modelId="{B5A640F2-F1FA-459B-8642-20565348BCE4}">
      <dsp:nvSpPr>
        <dsp:cNvPr id="0" name=""/>
        <dsp:cNvSpPr/>
      </dsp:nvSpPr>
      <dsp:spPr>
        <a:xfrm>
          <a:off x="8198261" y="3338586"/>
          <a:ext cx="36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40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71536" y="3382321"/>
        <a:ext cx="19850" cy="3970"/>
      </dsp:txXfrm>
    </dsp:sp>
    <dsp:sp modelId="{460FF2A1-9566-42B1-9559-42200AF4E915}">
      <dsp:nvSpPr>
        <dsp:cNvPr id="0" name=""/>
        <dsp:cNvSpPr/>
      </dsp:nvSpPr>
      <dsp:spPr>
        <a:xfrm>
          <a:off x="6473968" y="2866478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A/B Testing: Systematic retention strategy testing framework</a:t>
          </a:r>
        </a:p>
      </dsp:txBody>
      <dsp:txXfrm>
        <a:off x="6473968" y="2866478"/>
        <a:ext cx="1726092" cy="1035655"/>
      </dsp:txXfrm>
    </dsp:sp>
    <dsp:sp modelId="{BE91BA8E-0D19-4DEC-93DE-BD71D862E928}">
      <dsp:nvSpPr>
        <dsp:cNvPr id="0" name=""/>
        <dsp:cNvSpPr/>
      </dsp:nvSpPr>
      <dsp:spPr>
        <a:xfrm>
          <a:off x="8597062" y="2866478"/>
          <a:ext cx="1726092" cy="1035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80" tIns="88782" rIns="84580" bIns="8878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Multi-Channel Analysis: Cross-platform behavior analysis</a:t>
          </a:r>
        </a:p>
      </dsp:txBody>
      <dsp:txXfrm>
        <a:off x="8597062" y="2866478"/>
        <a:ext cx="1726092" cy="1035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6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8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8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6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4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9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3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15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35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6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6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7/7/2025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137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39" r:id="rId4"/>
    <p:sldLayoutId id="2147483740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4F1B1F-38C9-4BA3-8793-E2B6FC978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9361D-454A-35C7-1853-266245194E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595" b="20590"/>
          <a:stretch>
            <a:fillRect/>
          </a:stretch>
        </p:blipFill>
        <p:spPr>
          <a:xfrm>
            <a:off x="6821" y="52809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5C6B68-B011-FB55-83D4-605D687CC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1795" y="1414275"/>
            <a:ext cx="6962052" cy="1884207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1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Scalable Customer Churn Prediction</a:t>
            </a:r>
            <a:br>
              <a:rPr lang="en-US" sz="41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US" sz="4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BA15D-F32C-69D8-BCAB-F9C61413C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5035" y="4870470"/>
            <a:ext cx="6581930" cy="746640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Using PySpark Machine Learning</a:t>
            </a: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B5C80BC-C547-4FD8-9B68-6A9207F0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1557" y="3481804"/>
            <a:ext cx="0" cy="13107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426F086-18D5-B4C3-1C8A-B63BB145ACEF}"/>
              </a:ext>
            </a:extLst>
          </p:cNvPr>
          <p:cNvSpPr txBox="1"/>
          <p:nvPr/>
        </p:nvSpPr>
        <p:spPr>
          <a:xfrm>
            <a:off x="5153273" y="5432444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By: Luis Miranda</a:t>
            </a:r>
          </a:p>
        </p:txBody>
      </p:sp>
    </p:spTree>
    <p:extLst>
      <p:ext uri="{BB962C8B-B14F-4D97-AF65-F5344CB8AC3E}">
        <p14:creationId xmlns:p14="http://schemas.microsoft.com/office/powerpoint/2010/main" val="188169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5398-F7C6-A7FD-D265-CC7C34E8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80" y="487004"/>
            <a:ext cx="10427840" cy="1086056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E74C3C"/>
                </a:solidFill>
                <a:effectLst/>
                <a:latin typeface="Arial" panose="020B0604020202020204" pitchFamily="34" charset="0"/>
              </a:rPr>
            </a:br>
            <a:r>
              <a:rPr lang="en-US" sz="4900" dirty="0"/>
              <a:t>The Customer Churn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C9EF7-D827-A50B-4DCD-9D0464480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080" y="1754129"/>
            <a:ext cx="3744242" cy="390329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The Problem:</a:t>
            </a:r>
          </a:p>
          <a:p>
            <a:pPr>
              <a:lnSpc>
                <a:spcPct val="110000"/>
              </a:lnSpc>
            </a:pPr>
            <a:r>
              <a:rPr lang="en-US" dirty="0"/>
              <a:t>Customer acquisition costs 5-25x more than retention</a:t>
            </a:r>
          </a:p>
          <a:p>
            <a:pPr>
              <a:lnSpc>
                <a:spcPct val="110000"/>
              </a:lnSpc>
            </a:pPr>
            <a:r>
              <a:rPr lang="en-US" dirty="0"/>
              <a:t>Telecom companies lose 15-25% of customers annually</a:t>
            </a:r>
          </a:p>
          <a:p>
            <a:pPr>
              <a:lnSpc>
                <a:spcPct val="110000"/>
              </a:lnSpc>
            </a:pPr>
            <a:r>
              <a:rPr lang="en-US" dirty="0"/>
              <a:t>Need for early identification of at-risk customers</a:t>
            </a:r>
          </a:p>
          <a:p>
            <a:pPr>
              <a:lnSpc>
                <a:spcPct val="110000"/>
              </a:lnSpc>
            </a:pPr>
            <a:r>
              <a:rPr lang="en-US" dirty="0"/>
              <a:t>Traditional ML approaches lack scalability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A41978-1776-2752-20BC-947727D6EF07}"/>
              </a:ext>
            </a:extLst>
          </p:cNvPr>
          <p:cNvSpPr txBox="1">
            <a:spLocks/>
          </p:cNvSpPr>
          <p:nvPr/>
        </p:nvSpPr>
        <p:spPr>
          <a:xfrm>
            <a:off x="5289609" y="1754129"/>
            <a:ext cx="3744242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Tx/>
              <a:buNone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6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16806F-C6C9-AF02-5485-DB4A05CEAAF7}"/>
              </a:ext>
            </a:extLst>
          </p:cNvPr>
          <p:cNvSpPr txBox="1">
            <a:spLocks/>
          </p:cNvSpPr>
          <p:nvPr/>
        </p:nvSpPr>
        <p:spPr>
          <a:xfrm>
            <a:off x="5289609" y="1754129"/>
            <a:ext cx="3744242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Tx/>
              <a:buNone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6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Research Question: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Can an accurate, scalable churn prediction system be built using PySpark that works with real-world telecommunications data?</a:t>
            </a:r>
          </a:p>
        </p:txBody>
      </p:sp>
      <p:pic>
        <p:nvPicPr>
          <p:cNvPr id="2050" name="Picture 2" descr="Customer Churn 101: Real-World Fixes That Work in 2025">
            <a:extLst>
              <a:ext uri="{FF2B5EF4-FFF2-40B4-BE49-F238E27FC236}">
                <a16:creationId xmlns:a16="http://schemas.microsoft.com/office/drawing/2014/main" id="{5F70ECE6-EE38-C092-9F69-4EFFCE400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609" y="3914352"/>
            <a:ext cx="48768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56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F64F2-0624-6E79-762C-3DA0D21B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885039"/>
            <a:ext cx="5262778" cy="1570485"/>
          </a:xfrm>
        </p:spPr>
        <p:txBody>
          <a:bodyPr anchor="b">
            <a:normAutofit/>
          </a:bodyPr>
          <a:lstStyle/>
          <a:p>
            <a:r>
              <a:rPr lang="en-US" dirty="0"/>
              <a:t>Business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BB16-3D90-4559-4001-B2F035CC6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813959"/>
            <a:ext cx="5262778" cy="3159001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/>
              <a:t>Key Metrics: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$1.2B - Verizon saves annually with 1% churn reduction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$1,000 - Annual revenue per $80/month customer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$200-400 - Customer acquisition cost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/>
              <a:t>Key Benefits: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Proactive Retention: Identify at-risk customers before they churn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Targeted Campaigns: Focus retention efforts on high-value customers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Real-time Processing: Handle enterprise-scale datasets efficiently</a:t>
            </a:r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6BD68294-14B3-2FA7-8FE6-230C9CD75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6956" y="2022619"/>
            <a:ext cx="3950341" cy="395034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54990" y="6283931"/>
            <a:ext cx="10325100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8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42C1A-7985-2BCC-446D-49F987E2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771" y="895440"/>
            <a:ext cx="6037830" cy="1540783"/>
          </a:xfrm>
        </p:spPr>
        <p:txBody>
          <a:bodyPr>
            <a:normAutofit/>
          </a:bodyPr>
          <a:lstStyle/>
          <a:p>
            <a:r>
              <a:rPr lang="en-US" dirty="0"/>
              <a:t>Dataset Overview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49BBB5DB-6329-6FBA-07C7-54A23D384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76" y="2436223"/>
            <a:ext cx="3557878" cy="355787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1830" y="2710543"/>
            <a:ext cx="0" cy="3347785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3055-2DD5-082A-C207-5C19D8401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73" y="2501289"/>
            <a:ext cx="5369231" cy="3766291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300" b="1" dirty="0"/>
              <a:t>Telco Customer Churn Dataset:</a:t>
            </a:r>
            <a:endParaRPr lang="en-US" sz="13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7,043 Customer Records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21 Original Features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26.5% Churn Rate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28 Final Features (after engineering)</a:t>
            </a:r>
          </a:p>
          <a:p>
            <a:pPr>
              <a:lnSpc>
                <a:spcPct val="110000"/>
              </a:lnSpc>
              <a:buNone/>
            </a:pPr>
            <a:r>
              <a:rPr lang="en-US" sz="1300" b="1" dirty="0"/>
              <a:t>Feature Categories:</a:t>
            </a:r>
            <a:endParaRPr lang="en-US" sz="13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Demographics: Gender, age, family status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Account Info: Tenure, contract type, payment method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Services: Phone, internet, streaming, security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Financial: Monthly &amp; total charges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3930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9045-8632-9D63-B705-93ECBB23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Engineering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CB5AA0-DC74-9D0D-C636-6EB882C126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9758" y="2065984"/>
          <a:ext cx="10427841" cy="3903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911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4E904-F271-6272-A3A4-CAFE4182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0" y="718860"/>
            <a:ext cx="6799829" cy="847972"/>
          </a:xfrm>
        </p:spPr>
        <p:txBody>
          <a:bodyPr>
            <a:normAutofit/>
          </a:bodyPr>
          <a:lstStyle/>
          <a:p>
            <a:r>
              <a:rPr lang="en-US" dirty="0"/>
              <a:t>Model Development</a:t>
            </a:r>
          </a:p>
        </p:txBody>
      </p:sp>
      <p:pic>
        <p:nvPicPr>
          <p:cNvPr id="5" name="Picture 4" descr="Vibrant green forest">
            <a:extLst>
              <a:ext uri="{FF2B5EF4-FFF2-40B4-BE49-F238E27FC236}">
                <a16:creationId xmlns:a16="http://schemas.microsoft.com/office/drawing/2014/main" id="{9987EACB-B97F-59E3-4551-206963DB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06" r="33612"/>
          <a:stretch>
            <a:fillRect/>
          </a:stretch>
        </p:blipFill>
        <p:spPr>
          <a:xfrm>
            <a:off x="952500" y="802534"/>
            <a:ext cx="2973279" cy="5252932"/>
          </a:xfrm>
          <a:custGeom>
            <a:avLst/>
            <a:gdLst/>
            <a:ahLst/>
            <a:cxnLst/>
            <a:rect l="l" t="t" r="r" b="b"/>
            <a:pathLst>
              <a:path w="2973279" h="5252932">
                <a:moveTo>
                  <a:pt x="1486464" y="0"/>
                </a:moveTo>
                <a:lnTo>
                  <a:pt x="1486817" y="0"/>
                </a:lnTo>
                <a:cubicBezTo>
                  <a:pt x="2307778" y="0"/>
                  <a:pt x="2973279" y="667085"/>
                  <a:pt x="2973279" y="1489968"/>
                </a:cubicBezTo>
                <a:lnTo>
                  <a:pt x="2973279" y="5252932"/>
                </a:lnTo>
                <a:lnTo>
                  <a:pt x="0" y="5252932"/>
                </a:lnTo>
                <a:lnTo>
                  <a:pt x="0" y="1489968"/>
                </a:lnTo>
                <a:cubicBezTo>
                  <a:pt x="0" y="667085"/>
                  <a:pt x="665498" y="0"/>
                  <a:pt x="1486464" y="0"/>
                </a:cubicBezTo>
                <a:close/>
              </a:path>
            </a:pathLst>
          </a:cu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375961-B15F-47AE-9A79-5883D42CF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799995"/>
            <a:ext cx="0" cy="325547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651F-A327-161F-DD04-855B01130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914" y="1566832"/>
            <a:ext cx="6474586" cy="4762727"/>
          </a:xfrm>
        </p:spPr>
        <p:txBody>
          <a:bodyPr anchor="b">
            <a:normAutofit fontScale="92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600" b="1" dirty="0"/>
              <a:t>Logistic Regression (Winner):</a:t>
            </a:r>
            <a:endParaRPr lang="en-US" sz="16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High interpretability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Computational efficiency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L2 regularization (</a:t>
            </a:r>
            <a:r>
              <a:rPr lang="el-GR" sz="1600" dirty="0"/>
              <a:t>λ = 0.01)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Linear classification approach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Superior performance on this dataset</a:t>
            </a:r>
            <a:endParaRPr lang="en-US" sz="1600" dirty="0"/>
          </a:p>
          <a:p>
            <a:pPr>
              <a:lnSpc>
                <a:spcPct val="110000"/>
              </a:lnSpc>
              <a:buNone/>
            </a:pPr>
            <a:r>
              <a:rPr lang="en-US" sz="1600" b="1" dirty="0"/>
              <a:t>Random Forest:</a:t>
            </a:r>
            <a:endParaRPr lang="en-US" sz="16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Ensemble of 50 decision trees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Handles non-linear relationships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Built-in feature importance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Robust to outliers</a:t>
            </a:r>
          </a:p>
          <a:p>
            <a:pPr>
              <a:lnSpc>
                <a:spcPct val="110000"/>
              </a:lnSpc>
              <a:buNone/>
            </a:pPr>
            <a:r>
              <a:rPr lang="en-US" sz="1600" b="1" dirty="0"/>
              <a:t>PySpark ML Pipeline:</a:t>
            </a:r>
            <a:r>
              <a:rPr lang="en-US" sz="1600" dirty="0"/>
              <a:t> String Indexing → Vector Assembly → Feature Scaling → Model Training</a:t>
            </a:r>
          </a:p>
          <a:p>
            <a:pPr>
              <a:lnSpc>
                <a:spcPct val="110000"/>
              </a:lnSpc>
            </a:pPr>
            <a:r>
              <a:rPr lang="en-US" sz="1600" b="1" dirty="0"/>
              <a:t>Data Split:</a:t>
            </a:r>
            <a:r>
              <a:rPr lang="en-US" sz="1600" dirty="0"/>
              <a:t> 5,698 training samples, 1,345 testing samples</a:t>
            </a:r>
          </a:p>
          <a:p>
            <a:pPr>
              <a:lnSpc>
                <a:spcPct val="110000"/>
              </a:lnSpc>
            </a:pPr>
            <a:endParaRPr lang="en-US" sz="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54D5D6-5695-8966-D78E-1BE5586F8065}"/>
              </a:ext>
            </a:extLst>
          </p:cNvPr>
          <p:cNvCxnSpPr/>
          <p:nvPr/>
        </p:nvCxnSpPr>
        <p:spPr>
          <a:xfrm>
            <a:off x="4610100" y="1684421"/>
            <a:ext cx="0" cy="4371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36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E65AE-BC19-637E-D074-DA607D5E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4" y="800100"/>
            <a:ext cx="3945531" cy="1443597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/>
              <a:t>Model Performance Results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589817"/>
            <a:ext cx="0" cy="3468083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33A9DB-D3BB-21D5-5DD5-DC54A6CDD7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475814"/>
              </p:ext>
            </p:extLst>
          </p:nvPr>
        </p:nvGraphicFramePr>
        <p:xfrm>
          <a:off x="5334000" y="876300"/>
          <a:ext cx="5943599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069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5C881-086A-40D7-247D-D6973DE9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5" y="3715658"/>
            <a:ext cx="3405579" cy="2190192"/>
          </a:xfrm>
        </p:spPr>
        <p:txBody>
          <a:bodyPr anchor="t">
            <a:normAutofit/>
          </a:bodyPr>
          <a:lstStyle/>
          <a:p>
            <a:pPr algn="r"/>
            <a:r>
              <a:rPr lang="en-US" dirty="0"/>
              <a:t>Key Churn Predictors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88298" y="0"/>
            <a:ext cx="0" cy="342900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44ACB6-C28A-0B7D-CFDA-E78212401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858382"/>
              </p:ext>
            </p:extLst>
          </p:nvPr>
        </p:nvGraphicFramePr>
        <p:xfrm>
          <a:off x="4610100" y="876300"/>
          <a:ext cx="6667499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1728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14C71-6B92-3CCF-AC81-F437753F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238" y="895440"/>
            <a:ext cx="6125361" cy="1560083"/>
          </a:xfrm>
        </p:spPr>
        <p:txBody>
          <a:bodyPr>
            <a:normAutofit/>
          </a:bodyPr>
          <a:lstStyle/>
          <a:p>
            <a:r>
              <a:rPr lang="en-US" dirty="0"/>
              <a:t>Business Intelligence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AB7F-D73B-5DEB-1694-2DCCCFF42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60" r="42119" b="1"/>
          <a:stretch>
            <a:fillRect/>
          </a:stretch>
        </p:blipFill>
        <p:spPr>
          <a:xfrm>
            <a:off x="1" y="-16591"/>
            <a:ext cx="4610100" cy="68745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0145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6C2C-5086-7B59-FBAB-BADD252AD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627" y="2606867"/>
            <a:ext cx="5565972" cy="402493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200" b="1" dirty="0"/>
              <a:t>High-Risk Customer Segments:</a:t>
            </a:r>
            <a:endParaRPr lang="en-US" sz="12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Month-to-month contracts: 42.7% churn rate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New customers (0-12 months): 47.4% churn rate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Electronic check payment users: Higher churn propensity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Single service customers: Reduced loyalty</a:t>
            </a:r>
          </a:p>
          <a:p>
            <a:pPr>
              <a:lnSpc>
                <a:spcPct val="110000"/>
              </a:lnSpc>
              <a:buNone/>
            </a:pPr>
            <a:r>
              <a:rPr lang="en-US" sz="1200" b="1" dirty="0"/>
              <a:t>Low-Risk Customer Segments:</a:t>
            </a:r>
            <a:endParaRPr lang="en-US" sz="12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Two-year contracts: Only 2.8% churn rate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Long-term customers (48+ months): 9.5% churn rate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Multiple service customers: Increased loyalty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Automatic payment users: Better retention</a:t>
            </a:r>
          </a:p>
          <a:p>
            <a:pPr>
              <a:lnSpc>
                <a:spcPct val="110000"/>
              </a:lnSpc>
            </a:pPr>
            <a:r>
              <a:rPr lang="en-US" sz="1200" b="1" dirty="0"/>
              <a:t>Tenure Pattern:</a:t>
            </a:r>
            <a:r>
              <a:rPr lang="en-US" sz="1200" dirty="0"/>
              <a:t> Clear inverse relationship - 47.4% → 28.7% → 20.4% → 9.5% as tenure increases</a:t>
            </a:r>
          </a:p>
          <a:p>
            <a:pPr>
              <a:lnSpc>
                <a:spcPct val="110000"/>
              </a:lnSpc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8419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A4411-B0D5-9D51-620D-2C2D9EBD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297" y="523207"/>
            <a:ext cx="4569407" cy="1560083"/>
          </a:xfrm>
        </p:spPr>
        <p:txBody>
          <a:bodyPr>
            <a:normAutofit/>
          </a:bodyPr>
          <a:lstStyle/>
          <a:p>
            <a:r>
              <a:rPr lang="en-US" dirty="0"/>
              <a:t>Financial Impact Analysis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290DE-8219-6433-B18E-63032D4E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449" y="2194560"/>
            <a:ext cx="4141255" cy="4281340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200" b="1" dirty="0"/>
              <a:t>Actual Revenue Metrics:</a:t>
            </a:r>
            <a:endParaRPr lang="en-US" sz="12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$139,131 - Monthly Revenue Lost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$1,669,570 - Annual Revenue at Risk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$74.44 - Average Customer Value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1,869 - Total Customers Lost</a:t>
            </a:r>
          </a:p>
          <a:p>
            <a:pPr>
              <a:lnSpc>
                <a:spcPct val="110000"/>
              </a:lnSpc>
              <a:buNone/>
            </a:pPr>
            <a:r>
              <a:rPr lang="en-US" sz="1200" b="1" dirty="0"/>
              <a:t>Model Performance:</a:t>
            </a:r>
            <a:endParaRPr lang="en-US" sz="12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183 - Correctly Identified Churners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186 - Missed Churners (false negatives)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95 - False Alarms (false positives)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881 - Correctly Identified Loyal Customers</a:t>
            </a:r>
          </a:p>
          <a:p>
            <a:pPr>
              <a:lnSpc>
                <a:spcPct val="110000"/>
              </a:lnSpc>
            </a:pPr>
            <a:r>
              <a:rPr lang="en-US" sz="1200" b="1" dirty="0"/>
              <a:t>ROI Potential:</a:t>
            </a:r>
            <a:r>
              <a:rPr lang="en-US" sz="1200" dirty="0"/>
              <a:t> Retaining 50% of correctly identified churners could save $81,737 annually from test set alone</a:t>
            </a:r>
          </a:p>
          <a:p>
            <a:pPr>
              <a:lnSpc>
                <a:spcPct val="110000"/>
              </a:lnSpc>
            </a:pPr>
            <a:endParaRPr lang="en-US" sz="1000" dirty="0"/>
          </a:p>
        </p:txBody>
      </p:sp>
      <p:pic>
        <p:nvPicPr>
          <p:cNvPr id="15" name="Picture 14" descr="Calculator, pen, compass, money and a paper with graphs printed on it">
            <a:extLst>
              <a:ext uri="{FF2B5EF4-FFF2-40B4-BE49-F238E27FC236}">
                <a16:creationId xmlns:a16="http://schemas.microsoft.com/office/drawing/2014/main" id="{ECE0A80E-9B65-2AC2-BA8E-1E503DFEC6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49" r="21127" b="-1"/>
          <a:stretch>
            <a:fillRect/>
          </a:stretch>
        </p:blipFill>
        <p:spPr>
          <a:xfrm>
            <a:off x="6096000" y="-16591"/>
            <a:ext cx="6107073" cy="687459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5C4DAA-C987-87AA-ED2B-74E27B65D2EE}"/>
              </a:ext>
            </a:extLst>
          </p:cNvPr>
          <p:cNvCxnSpPr/>
          <p:nvPr/>
        </p:nvCxnSpPr>
        <p:spPr>
          <a:xfrm>
            <a:off x="952500" y="2194560"/>
            <a:ext cx="0" cy="3863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391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2F952A8-2716-47BA-90B6-2E10C9FC4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993" y="875439"/>
            <a:ext cx="4392515" cy="4994953"/>
          </a:xfrm>
          <a:custGeom>
            <a:avLst/>
            <a:gdLst>
              <a:gd name="connsiteX0" fmla="*/ 2285730 w 4572000"/>
              <a:gd name="connsiteY0" fmla="*/ 0 h 5199055"/>
              <a:gd name="connsiteX1" fmla="*/ 2286272 w 4572000"/>
              <a:gd name="connsiteY1" fmla="*/ 0 h 5199055"/>
              <a:gd name="connsiteX2" fmla="*/ 4572000 w 4572000"/>
              <a:gd name="connsiteY2" fmla="*/ 2285730 h 5199055"/>
              <a:gd name="connsiteX3" fmla="*/ 4572000 w 4572000"/>
              <a:gd name="connsiteY3" fmla="*/ 5199055 h 5199055"/>
              <a:gd name="connsiteX4" fmla="*/ 0 w 4572000"/>
              <a:gd name="connsiteY4" fmla="*/ 5199055 h 5199055"/>
              <a:gd name="connsiteX5" fmla="*/ 0 w 4572000"/>
              <a:gd name="connsiteY5" fmla="*/ 2285730 h 5199055"/>
              <a:gd name="connsiteX6" fmla="*/ 2285730 w 4572000"/>
              <a:gd name="connsiteY6" fmla="*/ 0 h 51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5199055">
                <a:moveTo>
                  <a:pt x="2285730" y="0"/>
                </a:moveTo>
                <a:cubicBezTo>
                  <a:pt x="2285890" y="0"/>
                  <a:pt x="2286106" y="0"/>
                  <a:pt x="2286272" y="0"/>
                </a:cubicBezTo>
                <a:cubicBezTo>
                  <a:pt x="3548663" y="0"/>
                  <a:pt x="4572000" y="1023361"/>
                  <a:pt x="4572000" y="2285730"/>
                </a:cubicBezTo>
                <a:lnTo>
                  <a:pt x="4572000" y="5199055"/>
                </a:lnTo>
                <a:lnTo>
                  <a:pt x="0" y="5199055"/>
                </a:lnTo>
                <a:lnTo>
                  <a:pt x="0" y="2285730"/>
                </a:lnTo>
                <a:cubicBezTo>
                  <a:pt x="0" y="1023361"/>
                  <a:pt x="1023334" y="0"/>
                  <a:pt x="228573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FBC61F9B-04D3-BC5B-D432-FE79E2E459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1996" r="29306" b="2"/>
          <a:stretch>
            <a:fillRect/>
          </a:stretch>
        </p:blipFill>
        <p:spPr>
          <a:xfrm>
            <a:off x="954990" y="876300"/>
            <a:ext cx="4392515" cy="4994953"/>
          </a:xfrm>
          <a:custGeom>
            <a:avLst/>
            <a:gdLst/>
            <a:ahLst/>
            <a:cxnLst/>
            <a:rect l="l" t="t" r="r" b="b"/>
            <a:pathLst>
              <a:path w="4392515" h="4994953">
                <a:moveTo>
                  <a:pt x="2195998" y="0"/>
                </a:moveTo>
                <a:cubicBezTo>
                  <a:pt x="2196152" y="0"/>
                  <a:pt x="2196359" y="0"/>
                  <a:pt x="2196519" y="0"/>
                </a:cubicBezTo>
                <a:cubicBezTo>
                  <a:pt x="3409352" y="0"/>
                  <a:pt x="4392515" y="983187"/>
                  <a:pt x="4392515" y="2195998"/>
                </a:cubicBezTo>
                <a:lnTo>
                  <a:pt x="4392515" y="4994953"/>
                </a:lnTo>
                <a:lnTo>
                  <a:pt x="0" y="4994953"/>
                </a:lnTo>
                <a:lnTo>
                  <a:pt x="0" y="2195998"/>
                </a:lnTo>
                <a:cubicBezTo>
                  <a:pt x="0" y="983187"/>
                  <a:pt x="983161" y="0"/>
                  <a:pt x="2195998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30D6B8-A976-F41E-854D-10FBD080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067" y="2019301"/>
            <a:ext cx="3308280" cy="3107504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PySpark ML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FEC2-CB4E-8915-9E6D-46FB72BB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466" y="876301"/>
            <a:ext cx="4927134" cy="5096659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Scalability Benefits:</a:t>
            </a:r>
            <a:endParaRPr lang="en-US" sz="14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Distributed Computing: Process across clusters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Memory Management: Handle datasets beyond memory limits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Linear Scalability: Performance scales with data growth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Real-time Processing: Streaming analytics capabilities</a:t>
            </a:r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Enterprise Features:</a:t>
            </a:r>
            <a:endParaRPr lang="en-US" sz="14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Fault Tolerance: Resilient distributed processing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Integration: Works with big data ecosystem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Production Ready: ML pipelines for deployment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Cost Effective: Cloud deployment optimization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Model Selection Insight:</a:t>
            </a:r>
            <a:r>
              <a:rPr lang="en-US" sz="1400" dirty="0"/>
              <a:t> Framework enables comparison of multiple algorithms to identify optimal approach (LR vs RF in this case)</a:t>
            </a:r>
          </a:p>
          <a:p>
            <a:pPr>
              <a:lnSpc>
                <a:spcPct val="110000"/>
              </a:lnSpc>
            </a:pPr>
            <a:endParaRPr lang="en-US" sz="14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54990" y="6283931"/>
            <a:ext cx="10325100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2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B3DF-85CA-442A-9DF9-B59FBD22A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 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C99692-79F7-3222-808F-C7A8ECF569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9758" y="2065984"/>
          <a:ext cx="10427841" cy="3903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9435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F0983-C57F-3641-899E-4139D00C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4" y="800100"/>
            <a:ext cx="3945531" cy="1443597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589817"/>
            <a:ext cx="0" cy="3468083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4C619B-85D2-6ED7-3B37-C601130CC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977" y="876300"/>
            <a:ext cx="5608565" cy="5181600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/>
              <a:t>Technical Achievements:</a:t>
            </a:r>
            <a:endParaRPr lang="en-US" sz="140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83.8% AUC-ROC with Logistic Regression model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Scalable framework for enterprise deployment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Production-ready pipeline using PySpark ML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Comprehensive feature engineering with business value</a:t>
            </a:r>
          </a:p>
          <a:p>
            <a:pPr>
              <a:lnSpc>
                <a:spcPct val="110000"/>
              </a:lnSpc>
              <a:buNone/>
            </a:pPr>
            <a:r>
              <a:rPr lang="en-US" sz="1400" b="1"/>
              <a:t>Business Impact:</a:t>
            </a:r>
            <a:endParaRPr lang="en-US" sz="140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Contract type is strongest churn predictor (16.3% importance)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Tenure relationship demonstrates customer loyalty patterns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Charges per service ratio provides value perception insights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/>
              <a:t>Linear models can outperform complex ensembles</a:t>
            </a:r>
          </a:p>
          <a:p>
            <a:pPr>
              <a:lnSpc>
                <a:spcPct val="110000"/>
              </a:lnSpc>
            </a:pPr>
            <a:r>
              <a:rPr lang="en-US" sz="1400" b="1"/>
              <a:t>Research Contribution:</a:t>
            </a:r>
            <a:r>
              <a:rPr lang="en-US" sz="1400"/>
              <a:t> This study provides companies with a scalable, interpretable solution for churn prediction that handles enterprise-scale datasets while delivering actionable business insights. The finding that Logistic Regression outperformed Random Forest emphasizes the importance of model selection and interpretability in business applications.</a:t>
            </a:r>
          </a:p>
          <a:p>
            <a:pPr>
              <a:lnSpc>
                <a:spcPct val="110000"/>
              </a:lnSpc>
            </a:pPr>
            <a:endParaRPr lang="en-US" sz="1400"/>
          </a:p>
        </p:txBody>
      </p:sp>
      <p:pic>
        <p:nvPicPr>
          <p:cNvPr id="3074" name="Picture 2" descr="How to Write a Conclusion (Key Elements ...">
            <a:extLst>
              <a:ext uri="{FF2B5EF4-FFF2-40B4-BE49-F238E27FC236}">
                <a16:creationId xmlns:a16="http://schemas.microsoft.com/office/drawing/2014/main" id="{A0B434BC-B821-9C40-695A-9EEB65279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50" y="3043797"/>
            <a:ext cx="3219374" cy="215405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120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5727F-904B-32D7-2C95-7332AFF1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297" y="701899"/>
            <a:ext cx="4569407" cy="771102"/>
          </a:xfrm>
        </p:spPr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06428-3A88-350E-DA07-D4BD27E63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284" y="1559293"/>
            <a:ext cx="4248555" cy="4596808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050" b="1" dirty="0"/>
              <a:t>Performance Insights:</a:t>
            </a:r>
            <a:endParaRPr lang="en-US" sz="105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Logistic Regression achieved 0.8% accuracy advantage over Random Forest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Linear relationships were sufficient for telecommunications churn prediction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Model interpretability provides additional business value</a:t>
            </a:r>
          </a:p>
          <a:p>
            <a:pPr>
              <a:lnSpc>
                <a:spcPct val="110000"/>
              </a:lnSpc>
              <a:buNone/>
            </a:pPr>
            <a:r>
              <a:rPr lang="en-US" sz="1050" b="1" dirty="0"/>
              <a:t>Business Intelligence:</a:t>
            </a:r>
            <a:endParaRPr lang="en-US" sz="105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42.7% vs 2.8% churn rate difference between contract types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47.4% to 9.5% churn rate decline with increasing tenure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$1.67M annual revenue at risk quantifies business problem</a:t>
            </a:r>
          </a:p>
          <a:p>
            <a:pPr>
              <a:lnSpc>
                <a:spcPct val="110000"/>
              </a:lnSpc>
              <a:buNone/>
            </a:pPr>
            <a:r>
              <a:rPr lang="en-US" sz="1050" b="1" dirty="0"/>
              <a:t>Implementation Value:</a:t>
            </a:r>
            <a:endParaRPr lang="en-US" sz="105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183 correctly identified churners enable targeted retention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$81,737 potential annual savings from 50% retention success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Scalable PySpark framework ready for production deployment</a:t>
            </a:r>
          </a:p>
          <a:p>
            <a:pPr>
              <a:lnSpc>
                <a:spcPct val="110000"/>
              </a:lnSpc>
            </a:pPr>
            <a:r>
              <a:rPr lang="en-US" sz="1050" b="1" dirty="0"/>
              <a:t>Bottom Line:</a:t>
            </a:r>
            <a:r>
              <a:rPr lang="en-US" sz="1050" dirty="0"/>
              <a:t> PySpark machine learning enables telecommunications companies to predict customer churn at scale with interpretable models, identify high-risk segments, and implement data-driven retention strategies that significantly reduce revenue loss.</a:t>
            </a:r>
          </a:p>
          <a:p>
            <a:pPr>
              <a:lnSpc>
                <a:spcPct val="110000"/>
              </a:lnSpc>
            </a:pPr>
            <a:endParaRPr lang="en-US" sz="700" dirty="0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7D7BEF4E-A160-C184-49BA-96DB87806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6" r="27871" b="-1"/>
          <a:stretch>
            <a:fillRect/>
          </a:stretch>
        </p:blipFill>
        <p:spPr>
          <a:xfrm>
            <a:off x="6096000" y="-16591"/>
            <a:ext cx="6107073" cy="687459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6D0C1-9AE3-F8A0-47A3-602025DE9E4C}"/>
              </a:ext>
            </a:extLst>
          </p:cNvPr>
          <p:cNvCxnSpPr/>
          <p:nvPr/>
        </p:nvCxnSpPr>
        <p:spPr>
          <a:xfrm>
            <a:off x="952500" y="1549667"/>
            <a:ext cx="0" cy="45086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207167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44</TotalTime>
  <Words>1090</Words>
  <Application>Microsoft Office PowerPoint</Application>
  <PresentationFormat>Widescreen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 Pro Light</vt:lpstr>
      <vt:lpstr>VaultVTI</vt:lpstr>
      <vt:lpstr>Scalable Customer Churn Prediction </vt:lpstr>
      <vt:lpstr> The Customer Churn Challenge</vt:lpstr>
      <vt:lpstr>Business Motivation</vt:lpstr>
      <vt:lpstr>Dataset Overview</vt:lpstr>
      <vt:lpstr>Feature Engineering</vt:lpstr>
      <vt:lpstr>Model Development</vt:lpstr>
      <vt:lpstr>Model Performance Results</vt:lpstr>
      <vt:lpstr>Key Churn Predictors</vt:lpstr>
      <vt:lpstr>Business Intelligence Insights</vt:lpstr>
      <vt:lpstr>Financial Impact Analysis</vt:lpstr>
      <vt:lpstr>PySpark ML Advantages</vt:lpstr>
      <vt:lpstr>Future Research Directions</vt:lpstr>
      <vt:lpstr>Conclusion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Miranda</dc:creator>
  <cp:lastModifiedBy>Luis Miranda</cp:lastModifiedBy>
  <cp:revision>10</cp:revision>
  <dcterms:created xsi:type="dcterms:W3CDTF">2025-07-02T22:34:11Z</dcterms:created>
  <dcterms:modified xsi:type="dcterms:W3CDTF">2025-07-07T14:34:33Z</dcterms:modified>
</cp:coreProperties>
</file>